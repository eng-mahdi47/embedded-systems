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sldIdLst>
    <p:sldId id="263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4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svg"/><Relationship Id="rId2" Type="http://schemas.openxmlformats.org/officeDocument/2006/relationships/image" Target="../media/image6.svg"/><Relationship Id="rId1" Type="http://schemas.openxmlformats.org/officeDocument/2006/relationships/image" Target="../media/image5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svg"/><Relationship Id="rId2" Type="http://schemas.openxmlformats.org/officeDocument/2006/relationships/image" Target="../media/image10.svg"/><Relationship Id="rId1" Type="http://schemas.openxmlformats.org/officeDocument/2006/relationships/image" Target="../media/image9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5">
  <dgm:title val=""/>
  <dgm:desc val=""/>
  <dgm:catLst>
    <dgm:cat type="colorful" pri="10500"/>
  </dgm:catLst>
  <dgm:styleLbl name="node0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5"/>
      <a:schemeClr val="accent6"/>
    </dgm:fillClrLst>
    <dgm:linClrLst>
      <a:schemeClr val="accent5"/>
      <a:schemeClr val="accent6"/>
    </dgm:linClrLst>
    <dgm:effectClrLst/>
    <dgm:txLinClrLst/>
    <dgm:txFillClrLst/>
    <dgm:txEffectClrLst/>
  </dgm:styleLbl>
  <dgm:styleLbl name="lnNode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5">
        <a:tint val="50000"/>
      </a:schemeClr>
      <a:schemeClr val="accent6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5"/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5"/>
    </dgm:fillClrLst>
    <dgm:linClrLst meth="repeat">
      <a:schemeClr val="accent5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6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5"/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6">
        <a:tint val="9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6">
        <a:tint val="7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5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5">
        <a:tint val="40000"/>
        <a:alpha val="90000"/>
      </a:schemeClr>
      <a:schemeClr val="accent6">
        <a:tint val="40000"/>
        <a:alpha val="90000"/>
      </a:schemeClr>
    </dgm:fillClrLst>
    <dgm:linClrLst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5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5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5">
        <a:tint val="50000"/>
        <a:alpha val="40000"/>
      </a:schemeClr>
    </dgm:fillClrLst>
    <dgm:linClrLst meth="repeat">
      <a:schemeClr val="accent5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5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6AA8B3-C5BC-4827-834B-9F87E49D795E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C5846D38-F172-4512-A75F-87255FC68BF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Distributed IoT-based system using ESP32</a:t>
          </a:r>
        </a:p>
      </dgm:t>
    </dgm:pt>
    <dgm:pt modelId="{5EF09B04-A6C4-4E18-98E6-64D93D427428}" type="parTrans" cxnId="{BD723F07-3E97-40E2-A454-5F128A5B536A}">
      <dgm:prSet/>
      <dgm:spPr/>
      <dgm:t>
        <a:bodyPr/>
        <a:lstStyle/>
        <a:p>
          <a:endParaRPr lang="en-US"/>
        </a:p>
      </dgm:t>
    </dgm:pt>
    <dgm:pt modelId="{C5A50032-71B3-46A1-A230-A320EDE4A6AF}" type="sibTrans" cxnId="{BD723F07-3E97-40E2-A454-5F128A5B536A}">
      <dgm:prSet/>
      <dgm:spPr/>
      <dgm:t>
        <a:bodyPr/>
        <a:lstStyle/>
        <a:p>
          <a:endParaRPr lang="en-US"/>
        </a:p>
      </dgm:t>
    </dgm:pt>
    <dgm:pt modelId="{B2E87096-6A2D-46CD-BE17-D1C32030D78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Monitors gases and PM in real-time</a:t>
          </a:r>
        </a:p>
      </dgm:t>
    </dgm:pt>
    <dgm:pt modelId="{7B9362E3-1A36-4BC6-BACA-29CE35D8B82B}" type="parTrans" cxnId="{6A5F3D7E-7972-41BA-967B-DEB30624D356}">
      <dgm:prSet/>
      <dgm:spPr/>
      <dgm:t>
        <a:bodyPr/>
        <a:lstStyle/>
        <a:p>
          <a:endParaRPr lang="en-US"/>
        </a:p>
      </dgm:t>
    </dgm:pt>
    <dgm:pt modelId="{D40E4759-11EC-48C7-8877-6267436F09DC}" type="sibTrans" cxnId="{6A5F3D7E-7972-41BA-967B-DEB30624D356}">
      <dgm:prSet/>
      <dgm:spPr/>
      <dgm:t>
        <a:bodyPr/>
        <a:lstStyle/>
        <a:p>
          <a:endParaRPr lang="en-US"/>
        </a:p>
      </dgm:t>
    </dgm:pt>
    <dgm:pt modelId="{3F5C8F66-9C3D-490E-A097-0CAEC423854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Data sent to cloud dashboard</a:t>
          </a:r>
        </a:p>
      </dgm:t>
    </dgm:pt>
    <dgm:pt modelId="{FB583FFD-DFAE-4015-8830-17C28F811BCA}" type="parTrans" cxnId="{8FF17132-63CB-4661-8AF5-5E04E4928D89}">
      <dgm:prSet/>
      <dgm:spPr/>
      <dgm:t>
        <a:bodyPr/>
        <a:lstStyle/>
        <a:p>
          <a:endParaRPr lang="en-US"/>
        </a:p>
      </dgm:t>
    </dgm:pt>
    <dgm:pt modelId="{122AFCE1-E703-4FE8-B783-DE79D5A0D198}" type="sibTrans" cxnId="{8FF17132-63CB-4661-8AF5-5E04E4928D89}">
      <dgm:prSet/>
      <dgm:spPr/>
      <dgm:t>
        <a:bodyPr/>
        <a:lstStyle/>
        <a:p>
          <a:endParaRPr lang="en-US"/>
        </a:p>
      </dgm:t>
    </dgm:pt>
    <dgm:pt modelId="{B0944F80-8421-4A56-B1AF-D0F3F5361B41}" type="pres">
      <dgm:prSet presAssocID="{886AA8B3-C5BC-4827-834B-9F87E49D795E}" presName="root" presStyleCnt="0">
        <dgm:presLayoutVars>
          <dgm:dir/>
          <dgm:resizeHandles val="exact"/>
        </dgm:presLayoutVars>
      </dgm:prSet>
      <dgm:spPr/>
    </dgm:pt>
    <dgm:pt modelId="{E327BEB8-BCFE-4C15-8B9D-0B9A3D85D939}" type="pres">
      <dgm:prSet presAssocID="{C5846D38-F172-4512-A75F-87255FC68BFB}" presName="compNode" presStyleCnt="0"/>
      <dgm:spPr/>
    </dgm:pt>
    <dgm:pt modelId="{D65301A4-C7C2-4A87-B627-B2B30DFF26D4}" type="pres">
      <dgm:prSet presAssocID="{C5846D38-F172-4512-A75F-87255FC68BFB}" presName="bgRect" presStyleLbl="bgShp" presStyleIdx="0" presStyleCnt="3"/>
      <dgm:spPr/>
    </dgm:pt>
    <dgm:pt modelId="{B49B2A98-2D78-478F-9298-46F52D4E90E3}" type="pres">
      <dgm:prSet presAssocID="{C5846D38-F172-4512-A75F-87255FC68BF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خادم"/>
        </a:ext>
      </dgm:extLst>
    </dgm:pt>
    <dgm:pt modelId="{B032A44B-6065-4E12-9314-E654A315A528}" type="pres">
      <dgm:prSet presAssocID="{C5846D38-F172-4512-A75F-87255FC68BFB}" presName="spaceRect" presStyleCnt="0"/>
      <dgm:spPr/>
    </dgm:pt>
    <dgm:pt modelId="{3BA3F01E-A3CE-4A79-8A32-A35D3C291AA9}" type="pres">
      <dgm:prSet presAssocID="{C5846D38-F172-4512-A75F-87255FC68BFB}" presName="parTx" presStyleLbl="revTx" presStyleIdx="0" presStyleCnt="3">
        <dgm:presLayoutVars>
          <dgm:chMax val="0"/>
          <dgm:chPref val="0"/>
        </dgm:presLayoutVars>
      </dgm:prSet>
      <dgm:spPr/>
    </dgm:pt>
    <dgm:pt modelId="{802D7E26-9843-4BB5-8DFE-F6E22593B27B}" type="pres">
      <dgm:prSet presAssocID="{C5A50032-71B3-46A1-A230-A320EDE4A6AF}" presName="sibTrans" presStyleCnt="0"/>
      <dgm:spPr/>
    </dgm:pt>
    <dgm:pt modelId="{9C699199-F315-4DE5-8D2C-1D9803709732}" type="pres">
      <dgm:prSet presAssocID="{B2E87096-6A2D-46CD-BE17-D1C32030D784}" presName="compNode" presStyleCnt="0"/>
      <dgm:spPr/>
    </dgm:pt>
    <dgm:pt modelId="{9391DC7C-7F32-4919-8F06-D62805C9D647}" type="pres">
      <dgm:prSet presAssocID="{B2E87096-6A2D-46CD-BE17-D1C32030D784}" presName="bgRect" presStyleLbl="bgShp" presStyleIdx="1" presStyleCnt="3"/>
      <dgm:spPr/>
    </dgm:pt>
    <dgm:pt modelId="{2D5BB717-4CD9-4FC4-A706-971D3AB33840}" type="pres">
      <dgm:prSet presAssocID="{B2E87096-6A2D-46CD-BE17-D1C32030D784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ساعة توقيت"/>
        </a:ext>
      </dgm:extLst>
    </dgm:pt>
    <dgm:pt modelId="{E8CE941C-CE82-4688-8095-6039D3A3321D}" type="pres">
      <dgm:prSet presAssocID="{B2E87096-6A2D-46CD-BE17-D1C32030D784}" presName="spaceRect" presStyleCnt="0"/>
      <dgm:spPr/>
    </dgm:pt>
    <dgm:pt modelId="{59E964E7-3DB1-4647-B9C1-33685E0B8EC5}" type="pres">
      <dgm:prSet presAssocID="{B2E87096-6A2D-46CD-BE17-D1C32030D784}" presName="parTx" presStyleLbl="revTx" presStyleIdx="1" presStyleCnt="3">
        <dgm:presLayoutVars>
          <dgm:chMax val="0"/>
          <dgm:chPref val="0"/>
        </dgm:presLayoutVars>
      </dgm:prSet>
      <dgm:spPr/>
    </dgm:pt>
    <dgm:pt modelId="{CF238C14-B1F9-4163-A65F-17ECF45D950B}" type="pres">
      <dgm:prSet presAssocID="{D40E4759-11EC-48C7-8877-6267436F09DC}" presName="sibTrans" presStyleCnt="0"/>
      <dgm:spPr/>
    </dgm:pt>
    <dgm:pt modelId="{47BDF6FB-99F7-434C-B351-4F28C580F58B}" type="pres">
      <dgm:prSet presAssocID="{3F5C8F66-9C3D-490E-A097-0CAEC4238544}" presName="compNode" presStyleCnt="0"/>
      <dgm:spPr/>
    </dgm:pt>
    <dgm:pt modelId="{BA8ACDFC-6B1D-4EFB-BB67-FBAA2C99C2AA}" type="pres">
      <dgm:prSet presAssocID="{3F5C8F66-9C3D-490E-A097-0CAEC4238544}" presName="bgRect" presStyleLbl="bgShp" presStyleIdx="2" presStyleCnt="3"/>
      <dgm:spPr/>
    </dgm:pt>
    <dgm:pt modelId="{D8D34A63-D768-4E85-AE48-6E8BE72AEA0B}" type="pres">
      <dgm:prSet presAssocID="{3F5C8F66-9C3D-490E-A097-0CAEC423854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قاعدة بيانات"/>
        </a:ext>
      </dgm:extLst>
    </dgm:pt>
    <dgm:pt modelId="{F89A79DC-8B03-41BB-A89C-BE3C76F16209}" type="pres">
      <dgm:prSet presAssocID="{3F5C8F66-9C3D-490E-A097-0CAEC4238544}" presName="spaceRect" presStyleCnt="0"/>
      <dgm:spPr/>
    </dgm:pt>
    <dgm:pt modelId="{506D0F24-5824-4377-958A-AE0F010587D3}" type="pres">
      <dgm:prSet presAssocID="{3F5C8F66-9C3D-490E-A097-0CAEC4238544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D723F07-3E97-40E2-A454-5F128A5B536A}" srcId="{886AA8B3-C5BC-4827-834B-9F87E49D795E}" destId="{C5846D38-F172-4512-A75F-87255FC68BFB}" srcOrd="0" destOrd="0" parTransId="{5EF09B04-A6C4-4E18-98E6-64D93D427428}" sibTransId="{C5A50032-71B3-46A1-A230-A320EDE4A6AF}"/>
    <dgm:cxn modelId="{8FF17132-63CB-4661-8AF5-5E04E4928D89}" srcId="{886AA8B3-C5BC-4827-834B-9F87E49D795E}" destId="{3F5C8F66-9C3D-490E-A097-0CAEC4238544}" srcOrd="2" destOrd="0" parTransId="{FB583FFD-DFAE-4015-8830-17C28F811BCA}" sibTransId="{122AFCE1-E703-4FE8-B783-DE79D5A0D198}"/>
    <dgm:cxn modelId="{0FF2A15E-49CA-40D6-B69A-1760D4A962CC}" type="presOf" srcId="{B2E87096-6A2D-46CD-BE17-D1C32030D784}" destId="{59E964E7-3DB1-4647-B9C1-33685E0B8EC5}" srcOrd="0" destOrd="0" presId="urn:microsoft.com/office/officeart/2018/2/layout/IconVerticalSolidList"/>
    <dgm:cxn modelId="{0FE71641-F7FD-443E-A34F-FF4C1D9B1376}" type="presOf" srcId="{3F5C8F66-9C3D-490E-A097-0CAEC4238544}" destId="{506D0F24-5824-4377-958A-AE0F010587D3}" srcOrd="0" destOrd="0" presId="urn:microsoft.com/office/officeart/2018/2/layout/IconVerticalSolidList"/>
    <dgm:cxn modelId="{0F749663-0FD0-4208-BDA5-68E94FE58B62}" type="presOf" srcId="{886AA8B3-C5BC-4827-834B-9F87E49D795E}" destId="{B0944F80-8421-4A56-B1AF-D0F3F5361B41}" srcOrd="0" destOrd="0" presId="urn:microsoft.com/office/officeart/2018/2/layout/IconVerticalSolidList"/>
    <dgm:cxn modelId="{6A5F3D7E-7972-41BA-967B-DEB30624D356}" srcId="{886AA8B3-C5BC-4827-834B-9F87E49D795E}" destId="{B2E87096-6A2D-46CD-BE17-D1C32030D784}" srcOrd="1" destOrd="0" parTransId="{7B9362E3-1A36-4BC6-BACA-29CE35D8B82B}" sibTransId="{D40E4759-11EC-48C7-8877-6267436F09DC}"/>
    <dgm:cxn modelId="{1C1E34A9-9D83-42D1-8C90-330891B7C69F}" type="presOf" srcId="{C5846D38-F172-4512-A75F-87255FC68BFB}" destId="{3BA3F01E-A3CE-4A79-8A32-A35D3C291AA9}" srcOrd="0" destOrd="0" presId="urn:microsoft.com/office/officeart/2018/2/layout/IconVerticalSolidList"/>
    <dgm:cxn modelId="{B7F6DE55-35AB-48A7-A214-E936DB5757AF}" type="presParOf" srcId="{B0944F80-8421-4A56-B1AF-D0F3F5361B41}" destId="{E327BEB8-BCFE-4C15-8B9D-0B9A3D85D939}" srcOrd="0" destOrd="0" presId="urn:microsoft.com/office/officeart/2018/2/layout/IconVerticalSolidList"/>
    <dgm:cxn modelId="{B6BD18A9-50BB-4A3F-A65B-C62DEB6415EB}" type="presParOf" srcId="{E327BEB8-BCFE-4C15-8B9D-0B9A3D85D939}" destId="{D65301A4-C7C2-4A87-B627-B2B30DFF26D4}" srcOrd="0" destOrd="0" presId="urn:microsoft.com/office/officeart/2018/2/layout/IconVerticalSolidList"/>
    <dgm:cxn modelId="{5293EC65-2181-44C6-AFB6-6AB4CDF58F48}" type="presParOf" srcId="{E327BEB8-BCFE-4C15-8B9D-0B9A3D85D939}" destId="{B49B2A98-2D78-478F-9298-46F52D4E90E3}" srcOrd="1" destOrd="0" presId="urn:microsoft.com/office/officeart/2018/2/layout/IconVerticalSolidList"/>
    <dgm:cxn modelId="{3378C225-E993-4447-97D7-13C6A8665006}" type="presParOf" srcId="{E327BEB8-BCFE-4C15-8B9D-0B9A3D85D939}" destId="{B032A44B-6065-4E12-9314-E654A315A528}" srcOrd="2" destOrd="0" presId="urn:microsoft.com/office/officeart/2018/2/layout/IconVerticalSolidList"/>
    <dgm:cxn modelId="{EA86F385-DADD-4CB4-BCEB-0F32A4437905}" type="presParOf" srcId="{E327BEB8-BCFE-4C15-8B9D-0B9A3D85D939}" destId="{3BA3F01E-A3CE-4A79-8A32-A35D3C291AA9}" srcOrd="3" destOrd="0" presId="urn:microsoft.com/office/officeart/2018/2/layout/IconVerticalSolidList"/>
    <dgm:cxn modelId="{D74913FB-32C5-4312-95E2-DDBD0C7E81EE}" type="presParOf" srcId="{B0944F80-8421-4A56-B1AF-D0F3F5361B41}" destId="{802D7E26-9843-4BB5-8DFE-F6E22593B27B}" srcOrd="1" destOrd="0" presId="urn:microsoft.com/office/officeart/2018/2/layout/IconVerticalSolidList"/>
    <dgm:cxn modelId="{B2906AC8-6EE4-4E3B-9414-0DAC47F90B0B}" type="presParOf" srcId="{B0944F80-8421-4A56-B1AF-D0F3F5361B41}" destId="{9C699199-F315-4DE5-8D2C-1D9803709732}" srcOrd="2" destOrd="0" presId="urn:microsoft.com/office/officeart/2018/2/layout/IconVerticalSolidList"/>
    <dgm:cxn modelId="{42D22AD4-CF6C-42EC-A75C-B9868EF3C95B}" type="presParOf" srcId="{9C699199-F315-4DE5-8D2C-1D9803709732}" destId="{9391DC7C-7F32-4919-8F06-D62805C9D647}" srcOrd="0" destOrd="0" presId="urn:microsoft.com/office/officeart/2018/2/layout/IconVerticalSolidList"/>
    <dgm:cxn modelId="{53B62CF4-2F85-4A79-912A-05617555C1D9}" type="presParOf" srcId="{9C699199-F315-4DE5-8D2C-1D9803709732}" destId="{2D5BB717-4CD9-4FC4-A706-971D3AB33840}" srcOrd="1" destOrd="0" presId="urn:microsoft.com/office/officeart/2018/2/layout/IconVerticalSolidList"/>
    <dgm:cxn modelId="{8C3F4F93-3F44-4BDC-ADB4-5E993AAD268E}" type="presParOf" srcId="{9C699199-F315-4DE5-8D2C-1D9803709732}" destId="{E8CE941C-CE82-4688-8095-6039D3A3321D}" srcOrd="2" destOrd="0" presId="urn:microsoft.com/office/officeart/2018/2/layout/IconVerticalSolidList"/>
    <dgm:cxn modelId="{E784F8D6-88B4-429F-9448-3F2CED403DB2}" type="presParOf" srcId="{9C699199-F315-4DE5-8D2C-1D9803709732}" destId="{59E964E7-3DB1-4647-B9C1-33685E0B8EC5}" srcOrd="3" destOrd="0" presId="urn:microsoft.com/office/officeart/2018/2/layout/IconVerticalSolidList"/>
    <dgm:cxn modelId="{EE28F7E4-2176-4E31-BFED-711B4FE40513}" type="presParOf" srcId="{B0944F80-8421-4A56-B1AF-D0F3F5361B41}" destId="{CF238C14-B1F9-4163-A65F-17ECF45D950B}" srcOrd="3" destOrd="0" presId="urn:microsoft.com/office/officeart/2018/2/layout/IconVerticalSolidList"/>
    <dgm:cxn modelId="{E3C2C6A1-81E4-402A-B4BB-B07439CEC453}" type="presParOf" srcId="{B0944F80-8421-4A56-B1AF-D0F3F5361B41}" destId="{47BDF6FB-99F7-434C-B351-4F28C580F58B}" srcOrd="4" destOrd="0" presId="urn:microsoft.com/office/officeart/2018/2/layout/IconVerticalSolidList"/>
    <dgm:cxn modelId="{982D2047-B383-4C5F-8D7E-BCED2ACA3E01}" type="presParOf" srcId="{47BDF6FB-99F7-434C-B351-4F28C580F58B}" destId="{BA8ACDFC-6B1D-4EFB-BB67-FBAA2C99C2AA}" srcOrd="0" destOrd="0" presId="urn:microsoft.com/office/officeart/2018/2/layout/IconVerticalSolidList"/>
    <dgm:cxn modelId="{94D0F921-BBF4-424D-B476-04E63E9B58CC}" type="presParOf" srcId="{47BDF6FB-99F7-434C-B351-4F28C580F58B}" destId="{D8D34A63-D768-4E85-AE48-6E8BE72AEA0B}" srcOrd="1" destOrd="0" presId="urn:microsoft.com/office/officeart/2018/2/layout/IconVerticalSolidList"/>
    <dgm:cxn modelId="{CC74D6F1-73E4-4E7D-B20F-52C64358A119}" type="presParOf" srcId="{47BDF6FB-99F7-434C-B351-4F28C580F58B}" destId="{F89A79DC-8B03-41BB-A89C-BE3C76F16209}" srcOrd="2" destOrd="0" presId="urn:microsoft.com/office/officeart/2018/2/layout/IconVerticalSolidList"/>
    <dgm:cxn modelId="{EC08EAFB-7861-4055-AB15-17F861396BAB}" type="presParOf" srcId="{47BDF6FB-99F7-434C-B351-4F28C580F58B}" destId="{506D0F24-5824-4377-958A-AE0F010587D3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C1475CEA-1557-4804-A9CE-6ADA73E8C454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1_2" csCatId="accent1" phldr="1"/>
      <dgm:spPr/>
      <dgm:t>
        <a:bodyPr/>
        <a:lstStyle/>
        <a:p>
          <a:endParaRPr lang="en-US"/>
        </a:p>
      </dgm:t>
    </dgm:pt>
    <dgm:pt modelId="{C02CEAFB-B9AB-4A45-A163-62826CB3111B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2 Sensor Nodes (ESP32 + MQ + PM)</a:t>
          </a:r>
        </a:p>
      </dgm:t>
    </dgm:pt>
    <dgm:pt modelId="{43C0CEDD-0580-4A0A-9EC2-A4BC75887261}" type="parTrans" cxnId="{2CA84EB3-95EB-4C6A-B10D-1C351E0E9746}">
      <dgm:prSet/>
      <dgm:spPr/>
      <dgm:t>
        <a:bodyPr/>
        <a:lstStyle/>
        <a:p>
          <a:endParaRPr lang="en-US"/>
        </a:p>
      </dgm:t>
    </dgm:pt>
    <dgm:pt modelId="{B29C9475-EFDC-4098-8C79-D06E2814BB1D}" type="sibTrans" cxnId="{2CA84EB3-95EB-4C6A-B10D-1C351E0E9746}">
      <dgm:prSet/>
      <dgm:spPr/>
      <dgm:t>
        <a:bodyPr/>
        <a:lstStyle/>
        <a:p>
          <a:endParaRPr lang="en-US"/>
        </a:p>
      </dgm:t>
    </dgm:pt>
    <dgm:pt modelId="{6E95F64D-45A1-48E7-90B6-7CD9665C8FD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Wi-Fi communication (MQTT/HTTP)</a:t>
          </a:r>
        </a:p>
      </dgm:t>
    </dgm:pt>
    <dgm:pt modelId="{4158BF69-EC89-4FEA-8B74-94D524106A3C}" type="parTrans" cxnId="{672FDABA-2D15-4E01-96C1-82493C0CBCFF}">
      <dgm:prSet/>
      <dgm:spPr/>
      <dgm:t>
        <a:bodyPr/>
        <a:lstStyle/>
        <a:p>
          <a:endParaRPr lang="en-US"/>
        </a:p>
      </dgm:t>
    </dgm:pt>
    <dgm:pt modelId="{99E15D43-BC78-424F-86DF-B77781B20A67}" type="sibTrans" cxnId="{672FDABA-2D15-4E01-96C1-82493C0CBCFF}">
      <dgm:prSet/>
      <dgm:spPr/>
      <dgm:t>
        <a:bodyPr/>
        <a:lstStyle/>
        <a:p>
          <a:endParaRPr lang="en-US"/>
        </a:p>
      </dgm:t>
    </dgm:pt>
    <dgm:pt modelId="{E7D2F6D1-F66F-4E73-AA1E-D1925913876F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Cloud dashboard for visualization</a:t>
          </a:r>
        </a:p>
      </dgm:t>
    </dgm:pt>
    <dgm:pt modelId="{4DFFF8D2-D7B3-4F64-8E95-BECEF8EACC5C}" type="parTrans" cxnId="{A584A3EF-AC44-421C-B4AE-756D9619E403}">
      <dgm:prSet/>
      <dgm:spPr/>
      <dgm:t>
        <a:bodyPr/>
        <a:lstStyle/>
        <a:p>
          <a:endParaRPr lang="en-US"/>
        </a:p>
      </dgm:t>
    </dgm:pt>
    <dgm:pt modelId="{85DC03BF-21F5-47C7-BA2A-5F5D0BE0A402}" type="sibTrans" cxnId="{A584A3EF-AC44-421C-B4AE-756D9619E403}">
      <dgm:prSet/>
      <dgm:spPr/>
      <dgm:t>
        <a:bodyPr/>
        <a:lstStyle/>
        <a:p>
          <a:endParaRPr lang="en-US"/>
        </a:p>
      </dgm:t>
    </dgm:pt>
    <dgm:pt modelId="{5043998C-6244-46BB-998F-D4B54CD4A5B5}" type="pres">
      <dgm:prSet presAssocID="{C1475CEA-1557-4804-A9CE-6ADA73E8C454}" presName="root" presStyleCnt="0">
        <dgm:presLayoutVars>
          <dgm:dir/>
          <dgm:resizeHandles val="exact"/>
        </dgm:presLayoutVars>
      </dgm:prSet>
      <dgm:spPr/>
    </dgm:pt>
    <dgm:pt modelId="{B9600CB1-1C27-4973-858A-6F84D3691EEA}" type="pres">
      <dgm:prSet presAssocID="{C02CEAFB-B9AB-4A45-A163-62826CB3111B}" presName="compNode" presStyleCnt="0"/>
      <dgm:spPr/>
    </dgm:pt>
    <dgm:pt modelId="{C7F7B0C9-8AAD-4CAE-B6A7-1F5B65B57653}" type="pres">
      <dgm:prSet presAssocID="{C02CEAFB-B9AB-4A45-A163-62826CB3111B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 dish"/>
        </a:ext>
      </dgm:extLst>
    </dgm:pt>
    <dgm:pt modelId="{37ED82CA-4914-42C9-8967-ED6E9C015880}" type="pres">
      <dgm:prSet presAssocID="{C02CEAFB-B9AB-4A45-A163-62826CB3111B}" presName="spaceRect" presStyleCnt="0"/>
      <dgm:spPr/>
    </dgm:pt>
    <dgm:pt modelId="{CC9F92B4-C15F-46AE-9384-14C2B0F86808}" type="pres">
      <dgm:prSet presAssocID="{C02CEAFB-B9AB-4A45-A163-62826CB3111B}" presName="textRect" presStyleLbl="revTx" presStyleIdx="0" presStyleCnt="3">
        <dgm:presLayoutVars>
          <dgm:chMax val="1"/>
          <dgm:chPref val="1"/>
        </dgm:presLayoutVars>
      </dgm:prSet>
      <dgm:spPr/>
    </dgm:pt>
    <dgm:pt modelId="{6D975E79-A6AF-4008-856A-204193D36738}" type="pres">
      <dgm:prSet presAssocID="{B29C9475-EFDC-4098-8C79-D06E2814BB1D}" presName="sibTrans" presStyleCnt="0"/>
      <dgm:spPr/>
    </dgm:pt>
    <dgm:pt modelId="{780AB073-10BC-4BB8-BBCB-BD08C0561D0A}" type="pres">
      <dgm:prSet presAssocID="{6E95F64D-45A1-48E7-90B6-7CD9665C8FD6}" presName="compNode" presStyleCnt="0"/>
      <dgm:spPr/>
    </dgm:pt>
    <dgm:pt modelId="{97B68451-5794-40A0-BAB8-DC5AFCF51CC7}" type="pres">
      <dgm:prSet presAssocID="{6E95F64D-45A1-48E7-90B6-7CD9665C8FD6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معالج"/>
        </a:ext>
      </dgm:extLst>
    </dgm:pt>
    <dgm:pt modelId="{EDB5CF44-C4F8-4456-9BE1-CF8796E933B0}" type="pres">
      <dgm:prSet presAssocID="{6E95F64D-45A1-48E7-90B6-7CD9665C8FD6}" presName="spaceRect" presStyleCnt="0"/>
      <dgm:spPr/>
    </dgm:pt>
    <dgm:pt modelId="{459A8AE7-1F7C-4790-B35F-3ADFE626599E}" type="pres">
      <dgm:prSet presAssocID="{6E95F64D-45A1-48E7-90B6-7CD9665C8FD6}" presName="textRect" presStyleLbl="revTx" presStyleIdx="1" presStyleCnt="3">
        <dgm:presLayoutVars>
          <dgm:chMax val="1"/>
          <dgm:chPref val="1"/>
        </dgm:presLayoutVars>
      </dgm:prSet>
      <dgm:spPr/>
    </dgm:pt>
    <dgm:pt modelId="{F9E1965A-B1EF-4289-860B-0AD1D36E78A4}" type="pres">
      <dgm:prSet presAssocID="{99E15D43-BC78-424F-86DF-B77781B20A67}" presName="sibTrans" presStyleCnt="0"/>
      <dgm:spPr/>
    </dgm:pt>
    <dgm:pt modelId="{7981AA99-3559-4AFA-AED7-45A24DEC7E5D}" type="pres">
      <dgm:prSet presAssocID="{E7D2F6D1-F66F-4E73-AA1E-D1925913876F}" presName="compNode" presStyleCnt="0"/>
      <dgm:spPr/>
    </dgm:pt>
    <dgm:pt modelId="{30E5A4A8-3AC7-4E71-B268-460E414C1EAC}" type="pres">
      <dgm:prSet presAssocID="{E7D2F6D1-F66F-4E73-AA1E-D1925913876F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جهاز قياس"/>
        </a:ext>
      </dgm:extLst>
    </dgm:pt>
    <dgm:pt modelId="{2A916C4C-312E-4CFE-A7A4-3FE0828BA451}" type="pres">
      <dgm:prSet presAssocID="{E7D2F6D1-F66F-4E73-AA1E-D1925913876F}" presName="spaceRect" presStyleCnt="0"/>
      <dgm:spPr/>
    </dgm:pt>
    <dgm:pt modelId="{941A01B0-C607-4CF2-B3C1-309CBA7F50C0}" type="pres">
      <dgm:prSet presAssocID="{E7D2F6D1-F66F-4E73-AA1E-D1925913876F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96FAA96F-6A4E-404A-A45F-252A453D0411}" type="presOf" srcId="{C02CEAFB-B9AB-4A45-A163-62826CB3111B}" destId="{CC9F92B4-C15F-46AE-9384-14C2B0F86808}" srcOrd="0" destOrd="0" presId="urn:microsoft.com/office/officeart/2018/2/layout/IconLabelList"/>
    <dgm:cxn modelId="{42F6ACA1-6F91-443A-BD12-551A507882C6}" type="presOf" srcId="{E7D2F6D1-F66F-4E73-AA1E-D1925913876F}" destId="{941A01B0-C607-4CF2-B3C1-309CBA7F50C0}" srcOrd="0" destOrd="0" presId="urn:microsoft.com/office/officeart/2018/2/layout/IconLabelList"/>
    <dgm:cxn modelId="{2CA84EB3-95EB-4C6A-B10D-1C351E0E9746}" srcId="{C1475CEA-1557-4804-A9CE-6ADA73E8C454}" destId="{C02CEAFB-B9AB-4A45-A163-62826CB3111B}" srcOrd="0" destOrd="0" parTransId="{43C0CEDD-0580-4A0A-9EC2-A4BC75887261}" sibTransId="{B29C9475-EFDC-4098-8C79-D06E2814BB1D}"/>
    <dgm:cxn modelId="{672FDABA-2D15-4E01-96C1-82493C0CBCFF}" srcId="{C1475CEA-1557-4804-A9CE-6ADA73E8C454}" destId="{6E95F64D-45A1-48E7-90B6-7CD9665C8FD6}" srcOrd="1" destOrd="0" parTransId="{4158BF69-EC89-4FEA-8B74-94D524106A3C}" sibTransId="{99E15D43-BC78-424F-86DF-B77781B20A67}"/>
    <dgm:cxn modelId="{28D3EEE9-B241-4395-A127-5DB2211A4AF5}" type="presOf" srcId="{C1475CEA-1557-4804-A9CE-6ADA73E8C454}" destId="{5043998C-6244-46BB-998F-D4B54CD4A5B5}" srcOrd="0" destOrd="0" presId="urn:microsoft.com/office/officeart/2018/2/layout/IconLabelList"/>
    <dgm:cxn modelId="{A584A3EF-AC44-421C-B4AE-756D9619E403}" srcId="{C1475CEA-1557-4804-A9CE-6ADA73E8C454}" destId="{E7D2F6D1-F66F-4E73-AA1E-D1925913876F}" srcOrd="2" destOrd="0" parTransId="{4DFFF8D2-D7B3-4F64-8E95-BECEF8EACC5C}" sibTransId="{85DC03BF-21F5-47C7-BA2A-5F5D0BE0A402}"/>
    <dgm:cxn modelId="{E0BB65F4-885D-4A07-A58E-AB247AEE77E8}" type="presOf" srcId="{6E95F64D-45A1-48E7-90B6-7CD9665C8FD6}" destId="{459A8AE7-1F7C-4790-B35F-3ADFE626599E}" srcOrd="0" destOrd="0" presId="urn:microsoft.com/office/officeart/2018/2/layout/IconLabelList"/>
    <dgm:cxn modelId="{CCB30B63-DB51-4B8B-ADE8-8AE5A3574937}" type="presParOf" srcId="{5043998C-6244-46BB-998F-D4B54CD4A5B5}" destId="{B9600CB1-1C27-4973-858A-6F84D3691EEA}" srcOrd="0" destOrd="0" presId="urn:microsoft.com/office/officeart/2018/2/layout/IconLabelList"/>
    <dgm:cxn modelId="{99542936-B85E-45FF-A068-D40711CBA1E0}" type="presParOf" srcId="{B9600CB1-1C27-4973-858A-6F84D3691EEA}" destId="{C7F7B0C9-8AAD-4CAE-B6A7-1F5B65B57653}" srcOrd="0" destOrd="0" presId="urn:microsoft.com/office/officeart/2018/2/layout/IconLabelList"/>
    <dgm:cxn modelId="{CB73CFAD-CD4F-47D6-83EC-500E5C7F2FB6}" type="presParOf" srcId="{B9600CB1-1C27-4973-858A-6F84D3691EEA}" destId="{37ED82CA-4914-42C9-8967-ED6E9C015880}" srcOrd="1" destOrd="0" presId="urn:microsoft.com/office/officeart/2018/2/layout/IconLabelList"/>
    <dgm:cxn modelId="{CA1A0912-8098-4981-AE18-02002660D8BA}" type="presParOf" srcId="{B9600CB1-1C27-4973-858A-6F84D3691EEA}" destId="{CC9F92B4-C15F-46AE-9384-14C2B0F86808}" srcOrd="2" destOrd="0" presId="urn:microsoft.com/office/officeart/2018/2/layout/IconLabelList"/>
    <dgm:cxn modelId="{4F5618EA-A14F-4DA2-8302-2FDD2300D829}" type="presParOf" srcId="{5043998C-6244-46BB-998F-D4B54CD4A5B5}" destId="{6D975E79-A6AF-4008-856A-204193D36738}" srcOrd="1" destOrd="0" presId="urn:microsoft.com/office/officeart/2018/2/layout/IconLabelList"/>
    <dgm:cxn modelId="{2205477B-F08B-4642-BA08-61B0034840E3}" type="presParOf" srcId="{5043998C-6244-46BB-998F-D4B54CD4A5B5}" destId="{780AB073-10BC-4BB8-BBCB-BD08C0561D0A}" srcOrd="2" destOrd="0" presId="urn:microsoft.com/office/officeart/2018/2/layout/IconLabelList"/>
    <dgm:cxn modelId="{B8EE084B-24E0-4A8B-A7B6-552AB0F521D2}" type="presParOf" srcId="{780AB073-10BC-4BB8-BBCB-BD08C0561D0A}" destId="{97B68451-5794-40A0-BAB8-DC5AFCF51CC7}" srcOrd="0" destOrd="0" presId="urn:microsoft.com/office/officeart/2018/2/layout/IconLabelList"/>
    <dgm:cxn modelId="{B0BBBC3D-C1D3-4E15-BA99-1B123D6E74A8}" type="presParOf" srcId="{780AB073-10BC-4BB8-BBCB-BD08C0561D0A}" destId="{EDB5CF44-C4F8-4456-9BE1-CF8796E933B0}" srcOrd="1" destOrd="0" presId="urn:microsoft.com/office/officeart/2018/2/layout/IconLabelList"/>
    <dgm:cxn modelId="{5F81ECD0-617A-45A3-9B47-654A3D9D24D4}" type="presParOf" srcId="{780AB073-10BC-4BB8-BBCB-BD08C0561D0A}" destId="{459A8AE7-1F7C-4790-B35F-3ADFE626599E}" srcOrd="2" destOrd="0" presId="urn:microsoft.com/office/officeart/2018/2/layout/IconLabelList"/>
    <dgm:cxn modelId="{28F69AE6-1DB6-404E-A360-FB1A29389C44}" type="presParOf" srcId="{5043998C-6244-46BB-998F-D4B54CD4A5B5}" destId="{F9E1965A-B1EF-4289-860B-0AD1D36E78A4}" srcOrd="3" destOrd="0" presId="urn:microsoft.com/office/officeart/2018/2/layout/IconLabelList"/>
    <dgm:cxn modelId="{849B14C3-DC29-40E9-BF5F-AC2C51218B26}" type="presParOf" srcId="{5043998C-6244-46BB-998F-D4B54CD4A5B5}" destId="{7981AA99-3559-4AFA-AED7-45A24DEC7E5D}" srcOrd="4" destOrd="0" presId="urn:microsoft.com/office/officeart/2018/2/layout/IconLabelList"/>
    <dgm:cxn modelId="{D881051C-60FC-4215-B059-C39D16E2F086}" type="presParOf" srcId="{7981AA99-3559-4AFA-AED7-45A24DEC7E5D}" destId="{30E5A4A8-3AC7-4E71-B268-460E414C1EAC}" srcOrd="0" destOrd="0" presId="urn:microsoft.com/office/officeart/2018/2/layout/IconLabelList"/>
    <dgm:cxn modelId="{04F923B4-E55A-43ED-8247-1EDCE5BB8CD9}" type="presParOf" srcId="{7981AA99-3559-4AFA-AED7-45A24DEC7E5D}" destId="{2A916C4C-312E-4CFE-A7A4-3FE0828BA451}" srcOrd="1" destOrd="0" presId="urn:microsoft.com/office/officeart/2018/2/layout/IconLabelList"/>
    <dgm:cxn modelId="{9705B1A9-A2AC-460C-B786-62A13F25BC62}" type="presParOf" srcId="{7981AA99-3559-4AFA-AED7-45A24DEC7E5D}" destId="{941A01B0-C607-4CF2-B3C1-309CBA7F50C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7040A917-2663-4601-A4D9-2FD3DA9FD372}" type="doc">
      <dgm:prSet loTypeId="urn:microsoft.com/office/officeart/2005/8/layout/hierarchy1" loCatId="hierarchy" qsTypeId="urn:microsoft.com/office/officeart/2005/8/quickstyle/simple2" qsCatId="simple" csTypeId="urn:microsoft.com/office/officeart/2005/8/colors/colorful5" csCatId="colorful" phldr="1"/>
      <dgm:spPr/>
      <dgm:t>
        <a:bodyPr/>
        <a:lstStyle/>
        <a:p>
          <a:endParaRPr lang="en-US"/>
        </a:p>
      </dgm:t>
    </dgm:pt>
    <dgm:pt modelId="{D098B736-92CC-41C6-B77D-F9D59E101F66}">
      <dgm:prSet/>
      <dgm:spPr>
        <a:solidFill>
          <a:schemeClr val="accent1">
            <a:alpha val="89804"/>
          </a:schemeClr>
        </a:solidFill>
      </dgm:spPr>
      <dgm:t>
        <a:bodyPr/>
        <a:lstStyle/>
        <a:p>
          <a:r>
            <a:rPr lang="en-US" dirty="0"/>
            <a:t>Successful real-time monitoring</a:t>
          </a:r>
        </a:p>
      </dgm:t>
    </dgm:pt>
    <dgm:pt modelId="{57060048-E6BC-45DB-9DBD-CFBBB6248BBC}" type="parTrans" cxnId="{928BA8BF-C7BF-4FCA-9C44-ACC60DC25E07}">
      <dgm:prSet/>
      <dgm:spPr/>
      <dgm:t>
        <a:bodyPr/>
        <a:lstStyle/>
        <a:p>
          <a:endParaRPr lang="en-US"/>
        </a:p>
      </dgm:t>
    </dgm:pt>
    <dgm:pt modelId="{1F0A480E-43E6-4FD8-81B6-2FA6DCF3D346}" type="sibTrans" cxnId="{928BA8BF-C7BF-4FCA-9C44-ACC60DC25E07}">
      <dgm:prSet/>
      <dgm:spPr/>
      <dgm:t>
        <a:bodyPr/>
        <a:lstStyle/>
        <a:p>
          <a:endParaRPr lang="en-US"/>
        </a:p>
      </dgm:t>
    </dgm:pt>
    <dgm:pt modelId="{69887298-F8FC-4927-A046-1AE625F80F74}">
      <dgm:prSet/>
      <dgm:spPr>
        <a:solidFill>
          <a:schemeClr val="accent1">
            <a:alpha val="90000"/>
          </a:schemeClr>
        </a:solidFill>
      </dgm:spPr>
      <dgm:t>
        <a:bodyPr/>
        <a:lstStyle/>
        <a:p>
          <a:r>
            <a:rPr lang="en-US"/>
            <a:t>Stable data transmission</a:t>
          </a:r>
        </a:p>
      </dgm:t>
    </dgm:pt>
    <dgm:pt modelId="{456B3FCC-87A4-4EDE-9A44-6EB0A838173C}" type="parTrans" cxnId="{9F7C9013-33FC-42D3-ACBF-901640D30697}">
      <dgm:prSet/>
      <dgm:spPr/>
      <dgm:t>
        <a:bodyPr/>
        <a:lstStyle/>
        <a:p>
          <a:endParaRPr lang="en-US"/>
        </a:p>
      </dgm:t>
    </dgm:pt>
    <dgm:pt modelId="{A99C78FF-C27E-4936-9DF5-01EEB1297605}" type="sibTrans" cxnId="{9F7C9013-33FC-42D3-ACBF-901640D30697}">
      <dgm:prSet/>
      <dgm:spPr/>
      <dgm:t>
        <a:bodyPr/>
        <a:lstStyle/>
        <a:p>
          <a:endParaRPr lang="en-US"/>
        </a:p>
      </dgm:t>
    </dgm:pt>
    <dgm:pt modelId="{295BFCB4-C6E6-40BF-9D41-3052561E34A1}">
      <dgm:prSet/>
      <dgm:spPr>
        <a:solidFill>
          <a:schemeClr val="accent1">
            <a:alpha val="90000"/>
          </a:schemeClr>
        </a:solidFill>
      </dgm:spPr>
      <dgm:t>
        <a:bodyPr/>
        <a:lstStyle/>
        <a:p>
          <a:r>
            <a:rPr lang="en-US" dirty="0"/>
            <a:t>Good Wi-Fi reconnection performance</a:t>
          </a:r>
        </a:p>
      </dgm:t>
    </dgm:pt>
    <dgm:pt modelId="{699C78A2-835B-4DC9-9F02-10CE6B11B6E8}" type="parTrans" cxnId="{DE8BE183-9232-4298-9FE9-36C18CE5ABAB}">
      <dgm:prSet/>
      <dgm:spPr/>
      <dgm:t>
        <a:bodyPr/>
        <a:lstStyle/>
        <a:p>
          <a:endParaRPr lang="en-US"/>
        </a:p>
      </dgm:t>
    </dgm:pt>
    <dgm:pt modelId="{EE299D04-3751-4F17-BA97-ED4E94B20F8C}" type="sibTrans" cxnId="{DE8BE183-9232-4298-9FE9-36C18CE5ABAB}">
      <dgm:prSet/>
      <dgm:spPr/>
      <dgm:t>
        <a:bodyPr/>
        <a:lstStyle/>
        <a:p>
          <a:endParaRPr lang="en-US"/>
        </a:p>
      </dgm:t>
    </dgm:pt>
    <dgm:pt modelId="{2E3F08D2-00A7-407C-971C-ED6D9FEAA98E}" type="pres">
      <dgm:prSet presAssocID="{7040A917-2663-4601-A4D9-2FD3DA9FD372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CE16EE3F-7610-449B-86C2-49FE11433A86}" type="pres">
      <dgm:prSet presAssocID="{D098B736-92CC-41C6-B77D-F9D59E101F66}" presName="hierRoot1" presStyleCnt="0"/>
      <dgm:spPr/>
    </dgm:pt>
    <dgm:pt modelId="{9ADCB87E-AEC2-4FC0-9608-59F663D507DB}" type="pres">
      <dgm:prSet presAssocID="{D098B736-92CC-41C6-B77D-F9D59E101F66}" presName="composite" presStyleCnt="0"/>
      <dgm:spPr/>
    </dgm:pt>
    <dgm:pt modelId="{10D8AD6B-8DDF-4B2C-8F18-FE7E9120D4B3}" type="pres">
      <dgm:prSet presAssocID="{D098B736-92CC-41C6-B77D-F9D59E101F66}" presName="background" presStyleLbl="node0" presStyleIdx="0" presStyleCnt="3"/>
      <dgm:spPr/>
    </dgm:pt>
    <dgm:pt modelId="{25F2D8DB-744E-49B4-A594-21A6FA884050}" type="pres">
      <dgm:prSet presAssocID="{D098B736-92CC-41C6-B77D-F9D59E101F66}" presName="text" presStyleLbl="fgAcc0" presStyleIdx="0" presStyleCnt="3">
        <dgm:presLayoutVars>
          <dgm:chPref val="3"/>
        </dgm:presLayoutVars>
      </dgm:prSet>
      <dgm:spPr/>
    </dgm:pt>
    <dgm:pt modelId="{5A1E2545-DF2F-4DE7-AE94-3DAC3B88CC0E}" type="pres">
      <dgm:prSet presAssocID="{D098B736-92CC-41C6-B77D-F9D59E101F66}" presName="hierChild2" presStyleCnt="0"/>
      <dgm:spPr/>
    </dgm:pt>
    <dgm:pt modelId="{BCBB89DA-B884-4330-BEEF-8926DAD3B106}" type="pres">
      <dgm:prSet presAssocID="{69887298-F8FC-4927-A046-1AE625F80F74}" presName="hierRoot1" presStyleCnt="0"/>
      <dgm:spPr/>
    </dgm:pt>
    <dgm:pt modelId="{691A0FAB-5E70-404C-AF46-3FF44049480F}" type="pres">
      <dgm:prSet presAssocID="{69887298-F8FC-4927-A046-1AE625F80F74}" presName="composite" presStyleCnt="0"/>
      <dgm:spPr/>
    </dgm:pt>
    <dgm:pt modelId="{C36915C6-BA7A-48DD-A14B-F8A08B980126}" type="pres">
      <dgm:prSet presAssocID="{69887298-F8FC-4927-A046-1AE625F80F74}" presName="background" presStyleLbl="node0" presStyleIdx="1" presStyleCnt="3"/>
      <dgm:spPr/>
    </dgm:pt>
    <dgm:pt modelId="{00A514FD-6219-4ED7-BC18-5420AAEFD678}" type="pres">
      <dgm:prSet presAssocID="{69887298-F8FC-4927-A046-1AE625F80F74}" presName="text" presStyleLbl="fgAcc0" presStyleIdx="1" presStyleCnt="3">
        <dgm:presLayoutVars>
          <dgm:chPref val="3"/>
        </dgm:presLayoutVars>
      </dgm:prSet>
      <dgm:spPr/>
    </dgm:pt>
    <dgm:pt modelId="{C29A3A59-CCB6-4FAD-8A51-BB5B1B338461}" type="pres">
      <dgm:prSet presAssocID="{69887298-F8FC-4927-A046-1AE625F80F74}" presName="hierChild2" presStyleCnt="0"/>
      <dgm:spPr/>
    </dgm:pt>
    <dgm:pt modelId="{17FA2679-B433-4C99-9701-89EE6282049F}" type="pres">
      <dgm:prSet presAssocID="{295BFCB4-C6E6-40BF-9D41-3052561E34A1}" presName="hierRoot1" presStyleCnt="0"/>
      <dgm:spPr/>
    </dgm:pt>
    <dgm:pt modelId="{B1DAF583-C4CD-4D98-8329-0ABE79FBB934}" type="pres">
      <dgm:prSet presAssocID="{295BFCB4-C6E6-40BF-9D41-3052561E34A1}" presName="composite" presStyleCnt="0"/>
      <dgm:spPr/>
    </dgm:pt>
    <dgm:pt modelId="{22ED106D-B7D6-4C55-8867-FD455F7248E1}" type="pres">
      <dgm:prSet presAssocID="{295BFCB4-C6E6-40BF-9D41-3052561E34A1}" presName="background" presStyleLbl="node0" presStyleIdx="2" presStyleCnt="3"/>
      <dgm:spPr/>
    </dgm:pt>
    <dgm:pt modelId="{D1DF2FB2-5133-4AD0-AC29-FEBBA5576F61}" type="pres">
      <dgm:prSet presAssocID="{295BFCB4-C6E6-40BF-9D41-3052561E34A1}" presName="text" presStyleLbl="fgAcc0" presStyleIdx="2" presStyleCnt="3">
        <dgm:presLayoutVars>
          <dgm:chPref val="3"/>
        </dgm:presLayoutVars>
      </dgm:prSet>
      <dgm:spPr/>
    </dgm:pt>
    <dgm:pt modelId="{24DE1132-0BE2-4952-A82A-6B912C6E8F99}" type="pres">
      <dgm:prSet presAssocID="{295BFCB4-C6E6-40BF-9D41-3052561E34A1}" presName="hierChild2" presStyleCnt="0"/>
      <dgm:spPr/>
    </dgm:pt>
  </dgm:ptLst>
  <dgm:cxnLst>
    <dgm:cxn modelId="{97205E13-80D0-4976-B4BD-8669197E23BC}" type="presOf" srcId="{295BFCB4-C6E6-40BF-9D41-3052561E34A1}" destId="{D1DF2FB2-5133-4AD0-AC29-FEBBA5576F61}" srcOrd="0" destOrd="0" presId="urn:microsoft.com/office/officeart/2005/8/layout/hierarchy1"/>
    <dgm:cxn modelId="{9F7C9013-33FC-42D3-ACBF-901640D30697}" srcId="{7040A917-2663-4601-A4D9-2FD3DA9FD372}" destId="{69887298-F8FC-4927-A046-1AE625F80F74}" srcOrd="1" destOrd="0" parTransId="{456B3FCC-87A4-4EDE-9A44-6EB0A838173C}" sibTransId="{A99C78FF-C27E-4936-9DF5-01EEB1297605}"/>
    <dgm:cxn modelId="{DE8BE183-9232-4298-9FE9-36C18CE5ABAB}" srcId="{7040A917-2663-4601-A4D9-2FD3DA9FD372}" destId="{295BFCB4-C6E6-40BF-9D41-3052561E34A1}" srcOrd="2" destOrd="0" parTransId="{699C78A2-835B-4DC9-9F02-10CE6B11B6E8}" sibTransId="{EE299D04-3751-4F17-BA97-ED4E94B20F8C}"/>
    <dgm:cxn modelId="{5ECA159B-E9E1-4313-AA01-76FF486E40EC}" type="presOf" srcId="{7040A917-2663-4601-A4D9-2FD3DA9FD372}" destId="{2E3F08D2-00A7-407C-971C-ED6D9FEAA98E}" srcOrd="0" destOrd="0" presId="urn:microsoft.com/office/officeart/2005/8/layout/hierarchy1"/>
    <dgm:cxn modelId="{860324B7-4DC2-430D-8EC6-72E0371DC52A}" type="presOf" srcId="{D098B736-92CC-41C6-B77D-F9D59E101F66}" destId="{25F2D8DB-744E-49B4-A594-21A6FA884050}" srcOrd="0" destOrd="0" presId="urn:microsoft.com/office/officeart/2005/8/layout/hierarchy1"/>
    <dgm:cxn modelId="{928BA8BF-C7BF-4FCA-9C44-ACC60DC25E07}" srcId="{7040A917-2663-4601-A4D9-2FD3DA9FD372}" destId="{D098B736-92CC-41C6-B77D-F9D59E101F66}" srcOrd="0" destOrd="0" parTransId="{57060048-E6BC-45DB-9DBD-CFBBB6248BBC}" sibTransId="{1F0A480E-43E6-4FD8-81B6-2FA6DCF3D346}"/>
    <dgm:cxn modelId="{DA4AADF9-EE53-4B4C-9497-7D2108BE2913}" type="presOf" srcId="{69887298-F8FC-4927-A046-1AE625F80F74}" destId="{00A514FD-6219-4ED7-BC18-5420AAEFD678}" srcOrd="0" destOrd="0" presId="urn:microsoft.com/office/officeart/2005/8/layout/hierarchy1"/>
    <dgm:cxn modelId="{9AC73180-3956-4AD8-BCF1-15D51220D1AD}" type="presParOf" srcId="{2E3F08D2-00A7-407C-971C-ED6D9FEAA98E}" destId="{CE16EE3F-7610-449B-86C2-49FE11433A86}" srcOrd="0" destOrd="0" presId="urn:microsoft.com/office/officeart/2005/8/layout/hierarchy1"/>
    <dgm:cxn modelId="{C114ED88-A15F-4362-A55A-8F0167C6B486}" type="presParOf" srcId="{CE16EE3F-7610-449B-86C2-49FE11433A86}" destId="{9ADCB87E-AEC2-4FC0-9608-59F663D507DB}" srcOrd="0" destOrd="0" presId="urn:microsoft.com/office/officeart/2005/8/layout/hierarchy1"/>
    <dgm:cxn modelId="{037DCE51-5558-4AD9-ADD1-2367E83234A1}" type="presParOf" srcId="{9ADCB87E-AEC2-4FC0-9608-59F663D507DB}" destId="{10D8AD6B-8DDF-4B2C-8F18-FE7E9120D4B3}" srcOrd="0" destOrd="0" presId="urn:microsoft.com/office/officeart/2005/8/layout/hierarchy1"/>
    <dgm:cxn modelId="{F3D5B739-00AC-4F41-81D1-D16BDEC4017C}" type="presParOf" srcId="{9ADCB87E-AEC2-4FC0-9608-59F663D507DB}" destId="{25F2D8DB-744E-49B4-A594-21A6FA884050}" srcOrd="1" destOrd="0" presId="urn:microsoft.com/office/officeart/2005/8/layout/hierarchy1"/>
    <dgm:cxn modelId="{33235B27-F3E2-4091-80A3-63B67D85028C}" type="presParOf" srcId="{CE16EE3F-7610-449B-86C2-49FE11433A86}" destId="{5A1E2545-DF2F-4DE7-AE94-3DAC3B88CC0E}" srcOrd="1" destOrd="0" presId="urn:microsoft.com/office/officeart/2005/8/layout/hierarchy1"/>
    <dgm:cxn modelId="{DEAD190F-C0A0-4A01-A591-227A4411507E}" type="presParOf" srcId="{2E3F08D2-00A7-407C-971C-ED6D9FEAA98E}" destId="{BCBB89DA-B884-4330-BEEF-8926DAD3B106}" srcOrd="1" destOrd="0" presId="urn:microsoft.com/office/officeart/2005/8/layout/hierarchy1"/>
    <dgm:cxn modelId="{D2E8164C-4086-4E38-A7D5-8BEC665D7ACE}" type="presParOf" srcId="{BCBB89DA-B884-4330-BEEF-8926DAD3B106}" destId="{691A0FAB-5E70-404C-AF46-3FF44049480F}" srcOrd="0" destOrd="0" presId="urn:microsoft.com/office/officeart/2005/8/layout/hierarchy1"/>
    <dgm:cxn modelId="{37249D27-9852-4F22-AA41-8328C4DECBD8}" type="presParOf" srcId="{691A0FAB-5E70-404C-AF46-3FF44049480F}" destId="{C36915C6-BA7A-48DD-A14B-F8A08B980126}" srcOrd="0" destOrd="0" presId="urn:microsoft.com/office/officeart/2005/8/layout/hierarchy1"/>
    <dgm:cxn modelId="{EBEB7A84-E61A-4FB2-8F09-818573749ECA}" type="presParOf" srcId="{691A0FAB-5E70-404C-AF46-3FF44049480F}" destId="{00A514FD-6219-4ED7-BC18-5420AAEFD678}" srcOrd="1" destOrd="0" presId="urn:microsoft.com/office/officeart/2005/8/layout/hierarchy1"/>
    <dgm:cxn modelId="{7D8F8031-9BCD-4CBD-96CE-9135DF55B86D}" type="presParOf" srcId="{BCBB89DA-B884-4330-BEEF-8926DAD3B106}" destId="{C29A3A59-CCB6-4FAD-8A51-BB5B1B338461}" srcOrd="1" destOrd="0" presId="urn:microsoft.com/office/officeart/2005/8/layout/hierarchy1"/>
    <dgm:cxn modelId="{89B3D2BA-C7FA-4631-92C1-44D2E0FD77B0}" type="presParOf" srcId="{2E3F08D2-00A7-407C-971C-ED6D9FEAA98E}" destId="{17FA2679-B433-4C99-9701-89EE6282049F}" srcOrd="2" destOrd="0" presId="urn:microsoft.com/office/officeart/2005/8/layout/hierarchy1"/>
    <dgm:cxn modelId="{465B2586-D03E-44C6-8916-85D760E84A05}" type="presParOf" srcId="{17FA2679-B433-4C99-9701-89EE6282049F}" destId="{B1DAF583-C4CD-4D98-8329-0ABE79FBB934}" srcOrd="0" destOrd="0" presId="urn:microsoft.com/office/officeart/2005/8/layout/hierarchy1"/>
    <dgm:cxn modelId="{23007D16-1594-41FA-902F-2A2A29784FBD}" type="presParOf" srcId="{B1DAF583-C4CD-4D98-8329-0ABE79FBB934}" destId="{22ED106D-B7D6-4C55-8867-FD455F7248E1}" srcOrd="0" destOrd="0" presId="urn:microsoft.com/office/officeart/2005/8/layout/hierarchy1"/>
    <dgm:cxn modelId="{A52F1145-E8BC-4204-86BE-70C3CCCCF406}" type="presParOf" srcId="{B1DAF583-C4CD-4D98-8329-0ABE79FBB934}" destId="{D1DF2FB2-5133-4AD0-AC29-FEBBA5576F61}" srcOrd="1" destOrd="0" presId="urn:microsoft.com/office/officeart/2005/8/layout/hierarchy1"/>
    <dgm:cxn modelId="{35846DC2-624F-4171-8037-778CCF0EF04C}" type="presParOf" srcId="{17FA2679-B433-4C99-9701-89EE6282049F}" destId="{24DE1132-0BE2-4952-A82A-6B912C6E8F99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65301A4-C7C2-4A87-B627-B2B30DFF26D4}">
      <dsp:nvSpPr>
        <dsp:cNvPr id="0" name=""/>
        <dsp:cNvSpPr/>
      </dsp:nvSpPr>
      <dsp:spPr>
        <a:xfrm>
          <a:off x="0" y="494"/>
          <a:ext cx="7772400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49B2A98-2D78-478F-9298-46F52D4E90E3}">
      <dsp:nvSpPr>
        <dsp:cNvPr id="0" name=""/>
        <dsp:cNvSpPr/>
      </dsp:nvSpPr>
      <dsp:spPr>
        <a:xfrm>
          <a:off x="350018" y="260838"/>
          <a:ext cx="636397" cy="6363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BA3F01E-A3CE-4A79-8A32-A35D3C291AA9}">
      <dsp:nvSpPr>
        <dsp:cNvPr id="0" name=""/>
        <dsp:cNvSpPr/>
      </dsp:nvSpPr>
      <dsp:spPr>
        <a:xfrm>
          <a:off x="1336435" y="494"/>
          <a:ext cx="6435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Distributed IoT-based system using ESP32</a:t>
          </a:r>
        </a:p>
      </dsp:txBody>
      <dsp:txXfrm>
        <a:off x="1336435" y="494"/>
        <a:ext cx="6435964" cy="1157086"/>
      </dsp:txXfrm>
    </dsp:sp>
    <dsp:sp modelId="{9391DC7C-7F32-4919-8F06-D62805C9D647}">
      <dsp:nvSpPr>
        <dsp:cNvPr id="0" name=""/>
        <dsp:cNvSpPr/>
      </dsp:nvSpPr>
      <dsp:spPr>
        <a:xfrm>
          <a:off x="0" y="1446852"/>
          <a:ext cx="7772400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D5BB717-4CD9-4FC4-A706-971D3AB33840}">
      <dsp:nvSpPr>
        <dsp:cNvPr id="0" name=""/>
        <dsp:cNvSpPr/>
      </dsp:nvSpPr>
      <dsp:spPr>
        <a:xfrm>
          <a:off x="350018" y="1707197"/>
          <a:ext cx="636397" cy="6363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E964E7-3DB1-4647-B9C1-33685E0B8EC5}">
      <dsp:nvSpPr>
        <dsp:cNvPr id="0" name=""/>
        <dsp:cNvSpPr/>
      </dsp:nvSpPr>
      <dsp:spPr>
        <a:xfrm>
          <a:off x="1336435" y="1446852"/>
          <a:ext cx="6435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Monitors gases and PM in real-time</a:t>
          </a:r>
        </a:p>
      </dsp:txBody>
      <dsp:txXfrm>
        <a:off x="1336435" y="1446852"/>
        <a:ext cx="6435964" cy="1157086"/>
      </dsp:txXfrm>
    </dsp:sp>
    <dsp:sp modelId="{BA8ACDFC-6B1D-4EFB-BB67-FBAA2C99C2AA}">
      <dsp:nvSpPr>
        <dsp:cNvPr id="0" name=""/>
        <dsp:cNvSpPr/>
      </dsp:nvSpPr>
      <dsp:spPr>
        <a:xfrm>
          <a:off x="0" y="2893210"/>
          <a:ext cx="7772400" cy="1157086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8D34A63-D768-4E85-AE48-6E8BE72AEA0B}">
      <dsp:nvSpPr>
        <dsp:cNvPr id="0" name=""/>
        <dsp:cNvSpPr/>
      </dsp:nvSpPr>
      <dsp:spPr>
        <a:xfrm>
          <a:off x="350018" y="3153555"/>
          <a:ext cx="636397" cy="63639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6D0F24-5824-4377-958A-AE0F010587D3}">
      <dsp:nvSpPr>
        <dsp:cNvPr id="0" name=""/>
        <dsp:cNvSpPr/>
      </dsp:nvSpPr>
      <dsp:spPr>
        <a:xfrm>
          <a:off x="1336435" y="2893210"/>
          <a:ext cx="6435964" cy="115708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2458" tIns="122458" rIns="122458" bIns="122458" numCol="1" spcCol="1270" anchor="ctr" anchorCtr="0">
          <a:noAutofit/>
        </a:bodyPr>
        <a:lstStyle/>
        <a:p>
          <a:pPr marL="0" lvl="0" indent="0" algn="l" defTabSz="11112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Data sent to cloud dashboard</a:t>
          </a:r>
        </a:p>
      </dsp:txBody>
      <dsp:txXfrm>
        <a:off x="1336435" y="2893210"/>
        <a:ext cx="6435964" cy="115708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7F7B0C9-8AAD-4CAE-B6A7-1F5B65B57653}">
      <dsp:nvSpPr>
        <dsp:cNvPr id="0" name=""/>
        <dsp:cNvSpPr/>
      </dsp:nvSpPr>
      <dsp:spPr>
        <a:xfrm>
          <a:off x="732182" y="589103"/>
          <a:ext cx="1079105" cy="10791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C9F92B4-C15F-46AE-9384-14C2B0F86808}">
      <dsp:nvSpPr>
        <dsp:cNvPr id="0" name=""/>
        <dsp:cNvSpPr/>
      </dsp:nvSpPr>
      <dsp:spPr>
        <a:xfrm>
          <a:off x="72729" y="1985794"/>
          <a:ext cx="23980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2 Sensor Nodes (ESP32 + MQ + PM)</a:t>
          </a:r>
        </a:p>
      </dsp:txBody>
      <dsp:txXfrm>
        <a:off x="72729" y="1985794"/>
        <a:ext cx="2398012" cy="720000"/>
      </dsp:txXfrm>
    </dsp:sp>
    <dsp:sp modelId="{97B68451-5794-40A0-BAB8-DC5AFCF51CC7}">
      <dsp:nvSpPr>
        <dsp:cNvPr id="0" name=""/>
        <dsp:cNvSpPr/>
      </dsp:nvSpPr>
      <dsp:spPr>
        <a:xfrm>
          <a:off x="3549847" y="589103"/>
          <a:ext cx="1079105" cy="10791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9A8AE7-1F7C-4790-B35F-3ADFE626599E}">
      <dsp:nvSpPr>
        <dsp:cNvPr id="0" name=""/>
        <dsp:cNvSpPr/>
      </dsp:nvSpPr>
      <dsp:spPr>
        <a:xfrm>
          <a:off x="2890393" y="1985794"/>
          <a:ext cx="23980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Wi-Fi communication (MQTT/HTTP)</a:t>
          </a:r>
        </a:p>
      </dsp:txBody>
      <dsp:txXfrm>
        <a:off x="2890393" y="1985794"/>
        <a:ext cx="2398012" cy="720000"/>
      </dsp:txXfrm>
    </dsp:sp>
    <dsp:sp modelId="{30E5A4A8-3AC7-4E71-B268-460E414C1EAC}">
      <dsp:nvSpPr>
        <dsp:cNvPr id="0" name=""/>
        <dsp:cNvSpPr/>
      </dsp:nvSpPr>
      <dsp:spPr>
        <a:xfrm>
          <a:off x="6367511" y="589103"/>
          <a:ext cx="1079105" cy="107910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41A01B0-C607-4CF2-B3C1-309CBA7F50C0}">
      <dsp:nvSpPr>
        <dsp:cNvPr id="0" name=""/>
        <dsp:cNvSpPr/>
      </dsp:nvSpPr>
      <dsp:spPr>
        <a:xfrm>
          <a:off x="5708058" y="1985794"/>
          <a:ext cx="239801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8445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kern="1200"/>
            <a:t>Cloud dashboard for visualization</a:t>
          </a:r>
        </a:p>
      </dsp:txBody>
      <dsp:txXfrm>
        <a:off x="5708058" y="1985794"/>
        <a:ext cx="2398012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D8AD6B-8DDF-4B2C-8F18-FE7E9120D4B3}">
      <dsp:nvSpPr>
        <dsp:cNvPr id="0" name=""/>
        <dsp:cNvSpPr/>
      </dsp:nvSpPr>
      <dsp:spPr>
        <a:xfrm>
          <a:off x="0" y="940587"/>
          <a:ext cx="2121693" cy="13472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25F2D8DB-744E-49B4-A594-21A6FA884050}">
      <dsp:nvSpPr>
        <dsp:cNvPr id="0" name=""/>
        <dsp:cNvSpPr/>
      </dsp:nvSpPr>
      <dsp:spPr>
        <a:xfrm>
          <a:off x="235743" y="1164544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alpha val="89804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Successful real-time monitoring</a:t>
          </a:r>
        </a:p>
      </dsp:txBody>
      <dsp:txXfrm>
        <a:off x="275203" y="1204004"/>
        <a:ext cx="2042773" cy="1268355"/>
      </dsp:txXfrm>
    </dsp:sp>
    <dsp:sp modelId="{C36915C6-BA7A-48DD-A14B-F8A08B980126}">
      <dsp:nvSpPr>
        <dsp:cNvPr id="0" name=""/>
        <dsp:cNvSpPr/>
      </dsp:nvSpPr>
      <dsp:spPr>
        <a:xfrm>
          <a:off x="2593181" y="940587"/>
          <a:ext cx="2121693" cy="13472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00A514FD-6219-4ED7-BC18-5420AAEFD678}">
      <dsp:nvSpPr>
        <dsp:cNvPr id="0" name=""/>
        <dsp:cNvSpPr/>
      </dsp:nvSpPr>
      <dsp:spPr>
        <a:xfrm>
          <a:off x="2828925" y="1164544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alpha val="9000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/>
            <a:t>Stable data transmission</a:t>
          </a:r>
        </a:p>
      </dsp:txBody>
      <dsp:txXfrm>
        <a:off x="2868385" y="1204004"/>
        <a:ext cx="2042773" cy="1268355"/>
      </dsp:txXfrm>
    </dsp:sp>
    <dsp:sp modelId="{22ED106D-B7D6-4C55-8867-FD455F7248E1}">
      <dsp:nvSpPr>
        <dsp:cNvPr id="0" name=""/>
        <dsp:cNvSpPr/>
      </dsp:nvSpPr>
      <dsp:spPr>
        <a:xfrm>
          <a:off x="5186362" y="940587"/>
          <a:ext cx="2121693" cy="1347275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1905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3">
          <a:scrgbClr r="0" g="0" b="0"/>
        </a:lnRef>
        <a:fillRef idx="1">
          <a:scrgbClr r="0" g="0" b="0"/>
        </a:fillRef>
        <a:effectRef idx="1">
          <a:scrgbClr r="0" g="0" b="0"/>
        </a:effectRef>
        <a:fontRef idx="minor">
          <a:schemeClr val="lt1"/>
        </a:fontRef>
      </dsp:style>
    </dsp:sp>
    <dsp:sp modelId="{D1DF2FB2-5133-4AD0-AC29-FEBBA5576F61}">
      <dsp:nvSpPr>
        <dsp:cNvPr id="0" name=""/>
        <dsp:cNvSpPr/>
      </dsp:nvSpPr>
      <dsp:spPr>
        <a:xfrm>
          <a:off x="5422106" y="1164544"/>
          <a:ext cx="2121693" cy="1347275"/>
        </a:xfrm>
        <a:prstGeom prst="roundRect">
          <a:avLst>
            <a:gd name="adj" fmla="val 10000"/>
          </a:avLst>
        </a:prstGeom>
        <a:solidFill>
          <a:schemeClr val="accent1">
            <a:alpha val="90000"/>
          </a:schemeClr>
        </a:solidFill>
        <a:ln w="12700" cap="flat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Good Wi-Fi reconnection performance</a:t>
          </a:r>
        </a:p>
      </dsp:txBody>
      <dsp:txXfrm>
        <a:off x="5461566" y="1204004"/>
        <a:ext cx="2042773" cy="126835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3.pn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9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5" Type="http://schemas.microsoft.com/office/2007/relationships/hdphoto" Target="../media/hdphoto1.wdp"/><Relationship Id="rId4" Type="http://schemas.openxmlformats.org/officeDocument/2006/relationships/image" Target="../media/image2.png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شريحة عنو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685800" y="1346947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685800" y="4282763"/>
            <a:ext cx="7772400" cy="80683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685800" y="1484779"/>
            <a:ext cx="7772400" cy="274320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10" name="Group 9"/>
          <p:cNvGrpSpPr>
            <a:grpSpLocks noChangeAspect="1"/>
          </p:cNvGrpSpPr>
          <p:nvPr/>
        </p:nvGrpSpPr>
        <p:grpSpPr>
          <a:xfrm>
            <a:off x="7234780" y="4107023"/>
            <a:ext cx="914400" cy="914400"/>
            <a:chOff x="9685338" y="4460675"/>
            <a:chExt cx="1080904" cy="1080902"/>
          </a:xfrm>
        </p:grpSpPr>
        <p:sp>
          <p:nvSpPr>
            <p:cNvPr id="11" name="Oval 10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Oval 11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88670" y="1432223"/>
            <a:ext cx="7593330" cy="3035808"/>
          </a:xfrm>
        </p:spPr>
        <p:txBody>
          <a:bodyPr anchor="ctr">
            <a:noAutofit/>
          </a:bodyPr>
          <a:lstStyle>
            <a:lvl1pPr algn="l">
              <a:lnSpc>
                <a:spcPct val="80000"/>
              </a:lnSpc>
              <a:defRPr sz="6400" b="0" cap="all" baseline="0">
                <a:blipFill dpi="0" rotWithShape="1">
                  <a:blip r:embed="rId4"/>
                  <a:srcRect/>
                  <a:tile tx="6350" ty="-127000" sx="65000" sy="64000" flip="none" algn="tl"/>
                </a:blipFill>
              </a:defRPr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2386" y="4389120"/>
            <a:ext cx="5918454" cy="1069848"/>
          </a:xfrm>
        </p:spPr>
        <p:txBody>
          <a:bodyPr>
            <a:normAutofit/>
          </a:bodyPr>
          <a:lstStyle>
            <a:lvl1pPr marL="0" indent="0" algn="l">
              <a:buNone/>
              <a:defRPr sz="1800" b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800"/>
            </a:lvl4pPr>
            <a:lvl5pPr marL="1828800" indent="0" algn="ctr">
              <a:buNone/>
              <a:defRPr sz="1800"/>
            </a:lvl5pPr>
            <a:lvl6pPr marL="2286000" indent="0" algn="ctr">
              <a:buNone/>
              <a:defRPr sz="1800"/>
            </a:lvl6pPr>
            <a:lvl7pPr marL="2743200" indent="0" algn="ctr">
              <a:buNone/>
              <a:defRPr sz="1800"/>
            </a:lvl7pPr>
            <a:lvl8pPr marL="3200400" indent="0" algn="ctr">
              <a:buNone/>
              <a:defRPr sz="1800"/>
            </a:lvl8pPr>
            <a:lvl9pPr marL="3657600" indent="0" algn="ctr">
              <a:buNone/>
              <a:defRPr sz="1800"/>
            </a:lvl9pPr>
          </a:lstStyle>
          <a:p>
            <a:r>
              <a:rPr lang="ar-SA"/>
              <a:t>انقر لتحرير نمط العنوان الفرعي للشكل الرئيسي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812805" y="6272785"/>
            <a:ext cx="4745736" cy="365125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7244280" y="4227195"/>
            <a:ext cx="895401" cy="640080"/>
          </a:xfrm>
        </p:spPr>
        <p:txBody>
          <a:bodyPr/>
          <a:lstStyle>
            <a:lvl1pPr>
              <a:defRPr sz="2800" b="1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167073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عنوان ومحتو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6403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عنوان المقط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5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4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0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59865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محتو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0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92218" y="2194560"/>
            <a:ext cx="3657600" cy="39776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4652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مقارن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0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820793" y="2048256"/>
            <a:ext cx="3657600" cy="640080"/>
          </a:xfrm>
        </p:spPr>
        <p:txBody>
          <a:bodyPr anchor="ctr">
            <a:normAutofit/>
          </a:bodyPr>
          <a:lstStyle>
            <a:lvl1pPr marL="0" indent="0">
              <a:buNone/>
              <a:defRPr sz="2000" b="1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820793" y="2743200"/>
            <a:ext cx="3657600" cy="329184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1643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عنوان فق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1820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فار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54295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محتوى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8650" y="685800"/>
            <a:ext cx="5033772" cy="5020056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9462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صورة مع تسمية توضيحي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/>
        </p:nvSpPr>
        <p:spPr>
          <a:xfrm>
            <a:off x="6227806" y="1"/>
            <a:ext cx="2916194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12230" y="685800"/>
            <a:ext cx="2400300" cy="1737360"/>
          </a:xfrm>
        </p:spPr>
        <p:txBody>
          <a:bodyPr anchor="b">
            <a:normAutofit/>
          </a:bodyPr>
          <a:lstStyle>
            <a:lvl1pPr>
              <a:defRPr sz="2800"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0" y="0"/>
            <a:ext cx="6227805" cy="6858000"/>
          </a:xfrm>
          <a:solidFill>
            <a:schemeClr val="tx2">
              <a:lumMod val="20000"/>
              <a:lumOff val="80000"/>
            </a:schemeClr>
          </a:solidFill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ar-SA"/>
              <a:t>انقر فوق الأيقونة لإضافة صورة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12230" y="2423160"/>
            <a:ext cx="2400300" cy="3291840"/>
          </a:xfrm>
        </p:spPr>
        <p:txBody>
          <a:bodyPr>
            <a:normAutofit/>
          </a:bodyPr>
          <a:lstStyle>
            <a:lvl1pPr marL="0" indent="0">
              <a:lnSpc>
                <a:spcPct val="100000"/>
              </a:lnSpc>
              <a:spcBef>
                <a:spcPts val="1000"/>
              </a:spcBef>
              <a:buNone/>
              <a:defRPr sz="135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ar-SA"/>
              <a:t>انقر لتحرير أنماط نص الشكل الرئيسي</a:t>
            </a:r>
          </a:p>
        </p:txBody>
      </p:sp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13" name="Oval 12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4" name="Oval 13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1466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عنوان ونص عمود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3875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عنوان ونص عموديان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533400"/>
            <a:ext cx="1914525" cy="5638800"/>
          </a:xfrm>
        </p:spPr>
        <p:txBody>
          <a:bodyPr vert="eaVert"/>
          <a:lstStyle>
            <a:lvl1pPr>
              <a:defRPr b="0"/>
            </a:lvl1pPr>
          </a:lstStyle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00100" y="533400"/>
            <a:ext cx="5629275" cy="5638800"/>
          </a:xfrm>
        </p:spPr>
        <p:txBody>
          <a:bodyPr vert="eaVert"/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3295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microsoft.com/office/2007/relationships/hdphoto" Target="../media/hdphoto1.wdp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8522664" y="6255258"/>
            <a:ext cx="393192" cy="393192"/>
            <a:chOff x="8532189" y="5068824"/>
            <a:chExt cx="393192" cy="393192"/>
          </a:xfrm>
        </p:grpSpPr>
        <p:sp>
          <p:nvSpPr>
            <p:cNvPr id="8" name="Oval 7"/>
            <p:cNvSpPr>
              <a:spLocks noChangeAspect="1"/>
            </p:cNvSpPr>
            <p:nvPr/>
          </p:nvSpPr>
          <p:spPr>
            <a:xfrm>
              <a:off x="8532189" y="5068824"/>
              <a:ext cx="393192" cy="393192"/>
            </a:xfrm>
            <a:prstGeom prst="ellipse">
              <a:avLst/>
            </a:prstGeom>
            <a:blipFill dpi="0" rotWithShape="1">
              <a:blip r:embed="rId1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14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9" name="Oval 8"/>
            <p:cNvSpPr>
              <a:spLocks noChangeAspect="1"/>
            </p:cNvSpPr>
            <p:nvPr/>
          </p:nvSpPr>
          <p:spPr>
            <a:xfrm>
              <a:off x="8568766" y="5105400"/>
              <a:ext cx="320039" cy="320040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0" y="484632"/>
            <a:ext cx="7772400" cy="160934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ar-SA"/>
              <a:t>انقر لتحرير نمط عنوان الشكل الرئيسي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2121408"/>
            <a:ext cx="7772400" cy="405079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ar-SA"/>
              <a:t>انقر لتحرير أنماط نص الشكل الرئيسي</a:t>
            </a:r>
          </a:p>
          <a:p>
            <a:pPr lvl="1"/>
            <a:r>
              <a:rPr lang="ar-SA"/>
              <a:t>المستوى الثاني</a:t>
            </a:r>
          </a:p>
          <a:p>
            <a:pPr lvl="2"/>
            <a:r>
              <a:rPr lang="ar-SA"/>
              <a:t>المستوى الثالث</a:t>
            </a:r>
          </a:p>
          <a:p>
            <a:pPr lvl="3"/>
            <a:r>
              <a:rPr lang="ar-SA"/>
              <a:t>المستوى الرابع</a:t>
            </a:r>
          </a:p>
          <a:p>
            <a:pPr lvl="4"/>
            <a:r>
              <a:rPr lang="ar-SA"/>
              <a:t>المستوى الخامس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992368" y="6272785"/>
            <a:ext cx="245516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5/2/2026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6272785"/>
            <a:ext cx="4745736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483346" y="6272785"/>
            <a:ext cx="48006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100" b="1" spc="-70" baseline="0">
                <a:solidFill>
                  <a:srgbClr val="FFFFFF"/>
                </a:solidFill>
                <a:latin typeface="+mn-lt"/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83984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200" b="0" kern="1200" cap="all" baseline="0">
          <a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tile tx="6350" ty="-127000" sx="65000" sy="64000" flip="none" algn="tl"/>
          </a:blip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lnSpc>
          <a:spcPct val="90000"/>
        </a:lnSpc>
        <a:spcBef>
          <a:spcPts val="1200"/>
        </a:spcBef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90000"/>
        </a:lnSpc>
        <a:spcBef>
          <a:spcPts val="400"/>
        </a:spcBef>
        <a:spcAft>
          <a:spcPts val="200"/>
        </a:spcAft>
        <a:buClr>
          <a:schemeClr val="accent1">
            <a:lumMod val="75000"/>
          </a:schemeClr>
        </a:buClr>
        <a:buSzPct val="85000"/>
        <a:buFont typeface="Wingdings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openxmlformats.org/officeDocument/2006/relationships/image" Target="../media/image8.jpe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diagramQuickStyle" Target="../diagrams/quickStyle2.xml"/><Relationship Id="rId3" Type="http://schemas.microsoft.com/office/2007/relationships/hdphoto" Target="../media/hdphoto2.wdp"/><Relationship Id="rId7" Type="http://schemas.openxmlformats.org/officeDocument/2006/relationships/diagramLayout" Target="../diagrams/layout2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Data" Target="../diagrams/data2.xml"/><Relationship Id="rId5" Type="http://schemas.microsoft.com/office/2007/relationships/hdphoto" Target="../media/hdphoto1.wdp"/><Relationship Id="rId10" Type="http://schemas.microsoft.com/office/2007/relationships/diagramDrawing" Target="../diagrams/drawing2.xml"/><Relationship Id="rId4" Type="http://schemas.openxmlformats.org/officeDocument/2006/relationships/image" Target="../media/image2.png"/><Relationship Id="rId9" Type="http://schemas.openxmlformats.org/officeDocument/2006/relationships/diagramColors" Target="../diagrams/colors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7.xml.rels><?xml version="1.0" encoding="UTF-8" standalone="yes"?>
<Relationships xmlns="http://schemas.openxmlformats.org/package/2006/relationships"><Relationship Id="rId8" Type="http://schemas.microsoft.com/office/2007/relationships/diagramDrawing" Target="../diagrams/drawing3.xml"/><Relationship Id="rId3" Type="http://schemas.microsoft.com/office/2007/relationships/hdphoto" Target="../media/hdphoto2.wdp"/><Relationship Id="rId7" Type="http://schemas.openxmlformats.org/officeDocument/2006/relationships/diagramColors" Target="../diagrams/colors3.xml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3.xml"/><Relationship Id="rId5" Type="http://schemas.openxmlformats.org/officeDocument/2006/relationships/diagramLayout" Target="../diagrams/layout3.xml"/><Relationship Id="rId4" Type="http://schemas.openxmlformats.org/officeDocument/2006/relationships/diagramData" Target="../diagrams/data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.png"/><Relationship Id="rId4" Type="http://schemas.microsoft.com/office/2007/relationships/hdphoto" Target="../media/hdphoto2.wdp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عنوان 1">
            <a:extLst>
              <a:ext uri="{FF2B5EF4-FFF2-40B4-BE49-F238E27FC236}">
                <a16:creationId xmlns:a16="http://schemas.microsoft.com/office/drawing/2014/main" id="{5687001F-9551-E343-A835-7170B04E4D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85800" y="117987"/>
            <a:ext cx="7772400" cy="3482463"/>
          </a:xfrm>
        </p:spPr>
        <p:txBody>
          <a:bodyPr anchor="t">
            <a:normAutofit fontScale="90000"/>
          </a:bodyPr>
          <a:lstStyle/>
          <a:p>
            <a:pPr algn="ctr"/>
            <a:r>
              <a:rPr lang="en-US" dirty="0"/>
              <a:t>Air Quality Monitoring System</a:t>
            </a:r>
            <a:br>
              <a:rPr lang="en-US" dirty="0"/>
            </a:br>
            <a:br>
              <a:rPr lang="en-US" dirty="0"/>
            </a:br>
            <a:r>
              <a:rPr lang="en-US" sz="2400" dirty="0"/>
              <a:t>Supervised by: Dr. Ramasamy</a:t>
            </a:r>
            <a:br>
              <a:rPr lang="en-US" sz="2400" dirty="0"/>
            </a:br>
            <a:br>
              <a:rPr lang="en-US" sz="2800" dirty="0"/>
            </a:br>
            <a:r>
              <a:rPr lang="en-US" sz="2400" dirty="0"/>
              <a:t>Kingdom of Saudi Arabia | King Faisal University</a:t>
            </a:r>
            <a:br>
              <a:rPr lang="en-US" sz="2800" dirty="0"/>
            </a:br>
            <a:r>
              <a:rPr lang="en-US" sz="2400" dirty="0"/>
              <a:t>College of Computer science &amp; Information Technology</a:t>
            </a:r>
            <a:br>
              <a:rPr lang="en-US" sz="2400" dirty="0"/>
            </a:br>
            <a:r>
              <a:rPr lang="en-US" sz="2400" dirty="0"/>
              <a:t> </a:t>
            </a:r>
            <a:endParaRPr lang="en-US" b="1" dirty="0"/>
          </a:p>
        </p:txBody>
      </p:sp>
      <p:sp>
        <p:nvSpPr>
          <p:cNvPr id="3" name="عنوان فرعي 2">
            <a:extLst>
              <a:ext uri="{FF2B5EF4-FFF2-40B4-BE49-F238E27FC236}">
                <a16:creationId xmlns:a16="http://schemas.microsoft.com/office/drawing/2014/main" id="{9A1E1943-F79F-A57C-9336-70507217F1F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371600" y="3429000"/>
            <a:ext cx="6400800" cy="2209800"/>
          </a:xfrm>
        </p:spPr>
        <p:txBody>
          <a:bodyPr>
            <a:normAutofit lnSpcReduction="10000"/>
          </a:bodyPr>
          <a:lstStyle/>
          <a:p>
            <a:endParaRPr lang="en-US" sz="2400" dirty="0">
              <a:solidFill>
                <a:schemeClr val="tx1"/>
              </a:solidFill>
            </a:endParaRPr>
          </a:p>
          <a:p>
            <a:r>
              <a:rPr lang="en-US" sz="2400" dirty="0">
                <a:solidFill>
                  <a:schemeClr val="tx1"/>
                </a:solidFill>
              </a:rPr>
              <a:t>Student Name and ID:</a:t>
            </a:r>
          </a:p>
          <a:p>
            <a:r>
              <a:rPr lang="en-US" sz="2400" dirty="0">
                <a:solidFill>
                  <a:schemeClr val="tx1"/>
                </a:solidFill>
              </a:rPr>
              <a:t>Nasser </a:t>
            </a:r>
            <a:r>
              <a:rPr lang="en-US" sz="2400" dirty="0" err="1">
                <a:solidFill>
                  <a:schemeClr val="tx1"/>
                </a:solidFill>
              </a:rPr>
              <a:t>Alhamdan</a:t>
            </a:r>
            <a:r>
              <a:rPr lang="en-US" sz="2400" dirty="0">
                <a:solidFill>
                  <a:schemeClr val="tx1"/>
                </a:solidFill>
              </a:rPr>
              <a:t> – 222411198</a:t>
            </a:r>
          </a:p>
          <a:p>
            <a:r>
              <a:rPr lang="en-US" sz="2400" dirty="0">
                <a:solidFill>
                  <a:schemeClr val="tx1"/>
                </a:solidFill>
              </a:rPr>
              <a:t>Abdulqader Almusallam – 223045603</a:t>
            </a:r>
          </a:p>
          <a:p>
            <a:r>
              <a:rPr lang="en-US" sz="2400" dirty="0">
                <a:solidFill>
                  <a:schemeClr val="tx1"/>
                </a:solidFill>
              </a:rPr>
              <a:t>Mahdi </a:t>
            </a:r>
            <a:r>
              <a:rPr lang="en-US" sz="2400" dirty="0" err="1">
                <a:solidFill>
                  <a:schemeClr val="tx1"/>
                </a:solidFill>
              </a:rPr>
              <a:t>Alhamdan</a:t>
            </a:r>
            <a:r>
              <a:rPr lang="en-US" sz="2400" dirty="0">
                <a:solidFill>
                  <a:schemeClr val="tx1"/>
                </a:solidFill>
              </a:rPr>
              <a:t> - 223004127</a:t>
            </a:r>
          </a:p>
        </p:txBody>
      </p:sp>
    </p:spTree>
    <p:extLst>
      <p:ext uri="{BB962C8B-B14F-4D97-AF65-F5344CB8AC3E}">
        <p14:creationId xmlns:p14="http://schemas.microsoft.com/office/powerpoint/2010/main" val="36705241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4400" dirty="0"/>
              <a:t>Project Overview</a:t>
            </a:r>
            <a:endParaRPr sz="4400" dirty="0"/>
          </a:p>
        </p:txBody>
      </p:sp>
      <p:graphicFrame>
        <p:nvGraphicFramePr>
          <p:cNvPr id="11" name="Content Placeholder 2">
            <a:extLst>
              <a:ext uri="{FF2B5EF4-FFF2-40B4-BE49-F238E27FC236}">
                <a16:creationId xmlns:a16="http://schemas.microsoft.com/office/drawing/2014/main" id="{65A2221C-6C76-75DC-4BF0-0B05B0ABD22E}"/>
              </a:ext>
            </a:extLst>
          </p:cNvPr>
          <p:cNvGraphicFramePr>
            <a:graphicFrameLocks noGrp="1"/>
          </p:cNvGraphicFramePr>
          <p:nvPr>
            <p:ph idx="1"/>
          </p:nvPr>
        </p:nvGraphicFramePr>
        <p:xfrm>
          <a:off x="685800" y="2121408"/>
          <a:ext cx="7772400" cy="405079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>
            <a:extLst>
              <a:ext uri="{FF2B5EF4-FFF2-40B4-BE49-F238E27FC236}">
                <a16:creationId xmlns:a16="http://schemas.microsoft.com/office/drawing/2014/main" id="{3964958D-AF5D-4863-B5FB-83F6B8CB12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508" y="0"/>
            <a:ext cx="9141492" cy="6857999"/>
          </a:xfrm>
          <a:prstGeom prst="rect">
            <a:avLst/>
          </a:prstGeom>
          <a:blipFill dpi="0" rotWithShape="1">
            <a:blip r:embed="rId2">
              <a:alphaModFix amt="6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727581" y="484632"/>
            <a:ext cx="5047708" cy="1609344"/>
          </a:xfrm>
          <a:ln>
            <a:noFill/>
          </a:ln>
        </p:spPr>
        <p:txBody>
          <a:bodyPr>
            <a:normAutofit/>
          </a:bodyPr>
          <a:lstStyle/>
          <a:p>
            <a:r>
              <a:rPr lang="en-US"/>
              <a:t>Problem Statement</a:t>
            </a:r>
          </a:p>
        </p:txBody>
      </p:sp>
      <p:pic>
        <p:nvPicPr>
          <p:cNvPr id="5" name="Picture 4" descr="دخان من المصنع">
            <a:extLst>
              <a:ext uri="{FF2B5EF4-FFF2-40B4-BE49-F238E27FC236}">
                <a16:creationId xmlns:a16="http://schemas.microsoft.com/office/drawing/2014/main" id="{68BE01AF-693E-AB3D-B1B1-76006F25695B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50687" r="15392" b="-1"/>
          <a:stretch>
            <a:fillRect/>
          </a:stretch>
        </p:blipFill>
        <p:spPr>
          <a:xfrm>
            <a:off x="2508" y="10"/>
            <a:ext cx="3485044" cy="685799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727581" y="2121408"/>
            <a:ext cx="5047707" cy="4050792"/>
          </a:xfrm>
        </p:spPr>
        <p:txBody>
          <a:bodyPr>
            <a:normAutofit/>
          </a:bodyPr>
          <a:lstStyle/>
          <a:p>
            <a:r>
              <a:rPr lang="en-US" sz="1600"/>
              <a:t>Air pollution is dangerous</a:t>
            </a:r>
          </a:p>
          <a:p>
            <a:r>
              <a:rPr lang="en-US" sz="1600"/>
              <a:t>Traditional systems are expensive</a:t>
            </a:r>
          </a:p>
          <a:p>
            <a:r>
              <a:rPr lang="en-US" sz="1600"/>
              <a:t>Need low-cost, real-time monitoring solution</a:t>
            </a:r>
          </a:p>
        </p:txBody>
      </p:sp>
      <p:grpSp>
        <p:nvGrpSpPr>
          <p:cNvPr id="17" name="Group 10">
            <a:extLst>
              <a:ext uri="{FF2B5EF4-FFF2-40B4-BE49-F238E27FC236}">
                <a16:creationId xmlns:a16="http://schemas.microsoft.com/office/drawing/2014/main" id="{11002ACD-3B0C-4885-8754-8A00E926FE4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8" name="Oval 11">
              <a:extLst>
                <a:ext uri="{FF2B5EF4-FFF2-40B4-BE49-F238E27FC236}">
                  <a16:creationId xmlns:a16="http://schemas.microsoft.com/office/drawing/2014/main" id="{DF0313CD-4196-4456-A70D-5EE2B995BAD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9" name="Oval 12">
              <a:extLst>
                <a:ext uri="{FF2B5EF4-FFF2-40B4-BE49-F238E27FC236}">
                  <a16:creationId xmlns:a16="http://schemas.microsoft.com/office/drawing/2014/main" id="{80DE0B32-9EE8-4975-AD48-3855B0A82A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5FB4329C-BF98-421E-8A0D-43A2CF95E1D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1">
            <a:extLst>
              <a:ext uri="{FF2B5EF4-FFF2-40B4-BE49-F238E27FC236}">
                <a16:creationId xmlns:a16="http://schemas.microsoft.com/office/drawing/2014/main" id="{F3CDC6B8-20F2-4C8D-8599-EC572C0BFF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9144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002"/>
            <a:ext cx="7543800" cy="1522993"/>
          </a:xfrm>
        </p:spPr>
        <p:txBody>
          <a:bodyPr>
            <a:normAutofit/>
          </a:bodyPr>
          <a:lstStyle/>
          <a:p>
            <a:r>
              <a:rPr lang="en-US" sz="5200"/>
              <a:t>System Architecture</a:t>
            </a:r>
          </a:p>
        </p:txBody>
      </p:sp>
      <p:grpSp>
        <p:nvGrpSpPr>
          <p:cNvPr id="19" name="Group 13">
            <a:extLst>
              <a:ext uri="{FF2B5EF4-FFF2-40B4-BE49-F238E27FC236}">
                <a16:creationId xmlns:a16="http://schemas.microsoft.com/office/drawing/2014/main" id="{B4342043-9755-451A-9341-6461ADE858E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20" name="Oval 14">
              <a:extLst>
                <a:ext uri="{FF2B5EF4-FFF2-40B4-BE49-F238E27FC236}">
                  <a16:creationId xmlns:a16="http://schemas.microsoft.com/office/drawing/2014/main" id="{B52F7E87-CD4F-40F9-978A-356F63B76EE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  <a14:imgEffect>
                          <a14:brightnessContrast bright="-40000" contrast="20000"/>
                        </a14:imgEffect>
                      </a14:imgLayer>
                    </a14:imgProps>
                  </a:ext>
                </a:extLst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  <p:sp>
          <p:nvSpPr>
            <p:cNvPr id="21" name="Oval 15">
              <a:extLst>
                <a:ext uri="{FF2B5EF4-FFF2-40B4-BE49-F238E27FC236}">
                  <a16:creationId xmlns:a16="http://schemas.microsoft.com/office/drawing/2014/main" id="{93B1ED61-05D6-47CD-8878-8406A83BDF4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/>
            <a:lstStyle/>
            <a:p>
              <a:endParaRPr lang="en-US"/>
            </a:p>
          </p:txBody>
        </p:sp>
      </p:grp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102DDBE-DB6F-B5C2-0EDD-7F44AB2A2D6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38822979"/>
              </p:ext>
            </p:extLst>
          </p:nvPr>
        </p:nvGraphicFramePr>
        <p:xfrm>
          <a:off x="482599" y="633637"/>
          <a:ext cx="8178800" cy="329489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مربع كهربي ابيض مزود بأسلاك">
            <a:extLst>
              <a:ext uri="{FF2B5EF4-FFF2-40B4-BE49-F238E27FC236}">
                <a16:creationId xmlns:a16="http://schemas.microsoft.com/office/drawing/2014/main" id="{E52103BE-B78F-07DA-ED58-DEEF8B9B3AB3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20" y="10"/>
            <a:ext cx="9143980" cy="685798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79FF99C-BAA9-404F-9C96-6DD456B4F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C44AFD-C72D-4D9C-84C6-73E615CE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Hardware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121408"/>
            <a:ext cx="7543800" cy="4050792"/>
          </a:xfrm>
        </p:spPr>
        <p:txBody>
          <a:bodyPr>
            <a:normAutofit/>
          </a:bodyPr>
          <a:lstStyle/>
          <a:p>
            <a:r>
              <a:t>ESP32 microcontroller</a:t>
            </a:r>
          </a:p>
          <a:p>
            <a:r>
              <a:t>MQ-135 gas sensor</a:t>
            </a:r>
          </a:p>
          <a:p>
            <a:r>
              <a:t>PM2.5 sensor (SDS011)</a:t>
            </a:r>
          </a:p>
          <a:p>
            <a:r>
              <a:t>5V power supply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25B14F-36E0-41E8-956F-CABEF1ADD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AFB9EA5-DE4D-4E6B-A302-F55174E4B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44092F4-4D9B-4D0A-8832-C29E786F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شكل محرك أقراص صلبه بشكل سحابه مع الكبلات">
            <a:extLst>
              <a:ext uri="{FF2B5EF4-FFF2-40B4-BE49-F238E27FC236}">
                <a16:creationId xmlns:a16="http://schemas.microsoft.com/office/drawing/2014/main" id="{8B387678-2163-A7DE-880C-F696628B8B5E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5558" r="18110" b="2"/>
          <a:stretch>
            <a:fillRect/>
          </a:stretch>
        </p:blipFill>
        <p:spPr>
          <a:xfrm>
            <a:off x="20" y="10"/>
            <a:ext cx="9143980" cy="6857989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F79FF99C-BAA9-404F-9C96-6DD456B4F79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7999"/>
          </a:xfrm>
          <a:prstGeom prst="rect">
            <a:avLst/>
          </a:prstGeom>
          <a:solidFill>
            <a:schemeClr val="bg1">
              <a:alpha val="2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49C44AFD-C72D-4D9C-84C6-73E615CED88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1714" cy="6858000"/>
          </a:xfrm>
          <a:prstGeom prst="rect">
            <a:avLst/>
          </a:prstGeom>
          <a:blipFill dpi="0" rotWithShape="1">
            <a:blip r:embed="rId3">
              <a:alphaModFix amt="30000"/>
              <a:duotone>
                <a:prstClr val="black"/>
                <a:schemeClr val="accent1">
                  <a:tint val="45000"/>
                  <a:satMod val="400000"/>
                </a:schemeClr>
              </a:duotone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  <a14:imgEffect>
                        <a14:brightnessContrast bright="-25000" contrast="20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2386" y="484632"/>
            <a:ext cx="7543800" cy="1609344"/>
          </a:xfrm>
        </p:spPr>
        <p:txBody>
          <a:bodyPr anchor="ctr">
            <a:normAutofit/>
          </a:bodyPr>
          <a:lstStyle/>
          <a:p>
            <a:r>
              <a:rPr lang="en-US">
                <a:solidFill>
                  <a:schemeClr val="tx1"/>
                </a:solidFill>
              </a:rPr>
              <a:t>Software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02386" y="2121408"/>
            <a:ext cx="7543800" cy="4050792"/>
          </a:xfrm>
        </p:spPr>
        <p:txBody>
          <a:bodyPr>
            <a:normAutofit/>
          </a:bodyPr>
          <a:lstStyle/>
          <a:p>
            <a:r>
              <a:t>Embedded C/C++ (Arduino)</a:t>
            </a:r>
          </a:p>
          <a:p>
            <a:r>
              <a:t>Initialize sensors &amp; Wi-Fi</a:t>
            </a:r>
          </a:p>
          <a:p>
            <a:r>
              <a:t>Read data and calibrate</a:t>
            </a:r>
          </a:p>
          <a:p>
            <a:r>
              <a:t>Send JSON to cloud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1D25B14F-36E0-41E8-956F-CABEF1ADD6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8551293" y="6229681"/>
            <a:ext cx="342900" cy="457200"/>
            <a:chOff x="11361456" y="6195813"/>
            <a:chExt cx="548640" cy="548640"/>
          </a:xfrm>
        </p:grpSpPr>
        <p:sp>
          <p:nvSpPr>
            <p:cNvPr id="14" name="Oval 13">
              <a:extLst>
                <a:ext uri="{FF2B5EF4-FFF2-40B4-BE49-F238E27FC236}">
                  <a16:creationId xmlns:a16="http://schemas.microsoft.com/office/drawing/2014/main" id="{4AFB9EA5-DE4D-4E6B-A302-F55174E4B19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61456" y="6195813"/>
              <a:ext cx="548640" cy="548640"/>
            </a:xfrm>
            <a:prstGeom prst="ellipse">
              <a:avLst/>
            </a:prstGeom>
            <a:blipFill dpi="0" rotWithShape="1">
              <a:blip r:embed="rId5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5080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E44092F4-4D9B-4D0A-8832-C29E786F8F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1396488" y="6230844"/>
              <a:ext cx="478576" cy="478578"/>
            </a:xfrm>
            <a:prstGeom prst="ellipse">
              <a:avLst/>
            </a:prstGeom>
            <a:noFill/>
            <a:ln w="12700" cap="flat" cmpd="sng" algn="ctr">
              <a:solidFill>
                <a:srgbClr val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0100" y="4511898"/>
            <a:ext cx="7543800" cy="1609344"/>
          </a:xfrm>
        </p:spPr>
        <p:txBody>
          <a:bodyPr>
            <a:normAutofit/>
          </a:bodyPr>
          <a:lstStyle/>
          <a:p>
            <a:r>
              <a:t>Results &amp; Discussion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F436110-A18F-4051-A35C-BC7FA676BE6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0100" y="4431215"/>
            <a:ext cx="7543800" cy="80683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8BA13892-47F6-6D0B-0BD1-48318F895C05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46162340"/>
              </p:ext>
            </p:extLst>
          </p:nvPr>
        </p:nvGraphicFramePr>
        <p:xfrm>
          <a:off x="802481" y="642937"/>
          <a:ext cx="7543800" cy="345240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5" name="Rectangle 19">
            <a:extLst>
              <a:ext uri="{FF2B5EF4-FFF2-40B4-BE49-F238E27FC236}">
                <a16:creationId xmlns:a16="http://schemas.microsoft.com/office/drawing/2014/main" id="{E009DD9B-5EE2-4C0D-8B2B-351C8C1022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23B172D-9409-9B2A-CB58-0C7D1D1CEC50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8906" r="2093" b="-1"/>
          <a:stretch>
            <a:fillRect/>
          </a:stretch>
        </p:blipFill>
        <p:spPr>
          <a:xfrm>
            <a:off x="20" y="10"/>
            <a:ext cx="9143980" cy="6857989"/>
          </a:xfrm>
          <a:prstGeom prst="rect">
            <a:avLst/>
          </a:prstGeom>
        </p:spPr>
      </p:pic>
      <p:sp>
        <p:nvSpPr>
          <p:cNvPr id="46" name="Rectangle 21">
            <a:extLst>
              <a:ext uri="{FF2B5EF4-FFF2-40B4-BE49-F238E27FC236}">
                <a16:creationId xmlns:a16="http://schemas.microsoft.com/office/drawing/2014/main" id="{E720DB99-7745-4E75-9D96-AAB6D55C53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837459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6200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7" name="Rectangle 23">
            <a:extLst>
              <a:ext uri="{FF2B5EF4-FFF2-40B4-BE49-F238E27FC236}">
                <a16:creationId xmlns:a16="http://schemas.microsoft.com/office/drawing/2014/main" id="{D68803C4-E159-4360-B7BB-74205C8F78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3981573"/>
            <a:ext cx="7667244" cy="2078335"/>
          </a:xfrm>
          <a:prstGeom prst="rect">
            <a:avLst/>
          </a:prstGeom>
          <a:blipFill dpi="0" rotWithShape="1">
            <a:blip r:embed="rId3">
              <a:alphaModFix amt="9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4092" y="4162031"/>
            <a:ext cx="3407762" cy="1767141"/>
          </a:xfrm>
        </p:spPr>
        <p:txBody>
          <a:bodyPr>
            <a:normAutofit/>
          </a:bodyPr>
          <a:lstStyle/>
          <a:p>
            <a:pPr algn="r"/>
            <a:r>
              <a:rPr lang="en-US"/>
              <a:t>Conclusion</a:t>
            </a:r>
          </a:p>
        </p:txBody>
      </p:sp>
      <p:sp>
        <p:nvSpPr>
          <p:cNvPr id="48" name="Content Placeholder 2"/>
          <p:cNvSpPr>
            <a:spLocks noGrp="1"/>
          </p:cNvSpPr>
          <p:nvPr>
            <p:ph idx="1"/>
          </p:nvPr>
        </p:nvSpPr>
        <p:spPr>
          <a:xfrm>
            <a:off x="4663440" y="4170410"/>
            <a:ext cx="3524415" cy="1767141"/>
          </a:xfrm>
        </p:spPr>
        <p:txBody>
          <a:bodyPr anchor="ctr">
            <a:normAutofit/>
          </a:bodyPr>
          <a:lstStyle/>
          <a:p>
            <a:r>
              <a:rPr sz="1600"/>
              <a:t>Low-cost and scalable system</a:t>
            </a:r>
          </a:p>
          <a:p>
            <a:r>
              <a:rPr sz="1600"/>
              <a:t>Real-time monitoring achieved</a:t>
            </a:r>
          </a:p>
          <a:p>
            <a:r>
              <a:rPr sz="1600"/>
              <a:t>Future: add GPS for mapping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504B0465-3B07-49BF-BEA7-D8147624629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38378" y="6128670"/>
            <a:ext cx="7667244" cy="80683"/>
          </a:xfrm>
          <a:prstGeom prst="rect">
            <a:avLst/>
          </a:prstGeom>
          <a:blipFill dpi="0" rotWithShape="1">
            <a:blip r:embed="rId3">
              <a:alphaModFix amt="85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4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175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8" name="Oval 27">
            <a:extLst>
              <a:ext uri="{FF2B5EF4-FFF2-40B4-BE49-F238E27FC236}">
                <a16:creationId xmlns:a16="http://schemas.microsoft.com/office/drawing/2014/main" id="{49B7FFA5-14CB-4A4F-9BCC-CA3AA5D9D2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51293" y="6229681"/>
            <a:ext cx="342900" cy="457200"/>
          </a:xfrm>
          <a:prstGeom prst="ellipse">
            <a:avLst/>
          </a:prstGeom>
          <a:blipFill dpi="0" rotWithShape="1">
            <a:blip r:embed="rId5"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50800" ty="0" sx="85000" sy="85000" flip="none" algn="tl"/>
          </a:blipFill>
          <a:ln w="25400" cap="flat" cmpd="sng" algn="ctr">
            <a:noFill/>
            <a:prstDash val="solid"/>
          </a:ln>
          <a:effectLst/>
        </p:spPr>
        <p:txBody>
          <a:bodyPr lIns="0" tIns="0" rIns="0" bIns="0"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ckwell Extra Bold" pitchFamily="18" charset="0"/>
              <a:ea typeface="+mn-ea"/>
              <a:cs typeface="+mn-cs"/>
            </a:endParaRPr>
          </a:p>
        </p:txBody>
      </p:sp>
      <p:sp>
        <p:nvSpPr>
          <p:cNvPr id="30" name="Oval 29">
            <a:extLst>
              <a:ext uri="{FF2B5EF4-FFF2-40B4-BE49-F238E27FC236}">
                <a16:creationId xmlns:a16="http://schemas.microsoft.com/office/drawing/2014/main" id="{04E48745-7512-4EC2-9E20-9092D12150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573188" y="6258874"/>
            <a:ext cx="299110" cy="398815"/>
          </a:xfrm>
          <a:prstGeom prst="ellipse">
            <a:avLst/>
          </a:prstGeom>
          <a:noFill/>
          <a:ln w="12700" cap="flat" cmpd="sng" algn="ctr">
            <a:solidFill>
              <a:srgbClr val="FFFFFF"/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C3D25154-9EF7-4C33-9AAC-7B3BE089FE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0" y="0"/>
            <a:ext cx="9141714" cy="6858001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عنوان 1">
            <a:extLst>
              <a:ext uri="{FF2B5EF4-FFF2-40B4-BE49-F238E27FC236}">
                <a16:creationId xmlns:a16="http://schemas.microsoft.com/office/drawing/2014/main" id="{43FEB91C-8B9E-8491-D9BD-4F5EB96F8B4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88670" y="643468"/>
            <a:ext cx="7475220" cy="3592432"/>
          </a:xfrm>
        </p:spPr>
        <p:txBody>
          <a:bodyPr>
            <a:normAutofit/>
          </a:bodyPr>
          <a:lstStyle/>
          <a:p>
            <a:r>
              <a:rPr lang="en-US" dirty="0"/>
              <a:t>Any questions?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1604E8C0-C927-4C06-A96A-BF3323BA76D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572000"/>
            <a:ext cx="9144000" cy="2295831"/>
          </a:xfrm>
          <a:prstGeom prst="rect">
            <a:avLst/>
          </a:prstGeom>
          <a:blipFill dpi="0" rotWithShape="1">
            <a:blip r:embed="rId2">
              <a:alphaModFix amt="85000"/>
              <a:lum bright="70000" contrast="-70000"/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عنوان فرعي 5">
            <a:extLst>
              <a:ext uri="{FF2B5EF4-FFF2-40B4-BE49-F238E27FC236}">
                <a16:creationId xmlns:a16="http://schemas.microsoft.com/office/drawing/2014/main" id="{3D5B852A-1BBF-294D-33A7-ADB5457BF6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02386" y="4913336"/>
            <a:ext cx="5918454" cy="1069848"/>
          </a:xfrm>
        </p:spPr>
        <p:txBody>
          <a:bodyPr>
            <a:normAutofit/>
          </a:bodyPr>
          <a:lstStyle/>
          <a:p>
            <a:r>
              <a:rPr lang="en-US">
                <a:solidFill>
                  <a:srgbClr val="000000"/>
                </a:solidFill>
              </a:rPr>
              <a:t>Thank you for your attention!</a:t>
            </a:r>
          </a:p>
        </p:txBody>
      </p:sp>
      <p:grpSp>
        <p:nvGrpSpPr>
          <p:cNvPr id="15" name="Group 14">
            <a:extLst>
              <a:ext uri="{FF2B5EF4-FFF2-40B4-BE49-F238E27FC236}">
                <a16:creationId xmlns:a16="http://schemas.microsoft.com/office/drawing/2014/main" id="{9DCECFD5-4C30-4892-9FF0-540E17955A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7684192" y="5111496"/>
            <a:ext cx="810678" cy="1080902"/>
            <a:chOff x="10245590" y="5111496"/>
            <a:chExt cx="1080904" cy="1080902"/>
          </a:xfrm>
        </p:grpSpPr>
        <p:sp>
          <p:nvSpPr>
            <p:cNvPr id="16" name="Oval 15">
              <a:extLst>
                <a:ext uri="{FF2B5EF4-FFF2-40B4-BE49-F238E27FC236}">
                  <a16:creationId xmlns:a16="http://schemas.microsoft.com/office/drawing/2014/main" id="{95C67F70-EAFE-425C-8422-591620A96D4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245590" y="5111496"/>
              <a:ext cx="1080904" cy="1080902"/>
            </a:xfrm>
            <a:prstGeom prst="ellipse">
              <a:avLst/>
            </a:prstGeom>
            <a:blipFill dpi="0" rotWithShape="1">
              <a:blip r:embed="rId3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  <p:txBody>
            <a:bodyPr lIns="0" tIns="0" rIns="0" bIns="0"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20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Rockwell Extra Bold" pitchFamily="18" charset="0"/>
                <a:ea typeface="+mn-ea"/>
                <a:cs typeface="+mn-cs"/>
              </a:endParaRPr>
            </a:p>
          </p:txBody>
        </p:sp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47FA16B-C217-4D91-84EA-5B0846BDDA9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53681" y="5219586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40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44798197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نوع الخشب">
  <a:themeElements>
    <a:clrScheme name="نوع الخشب">
      <a:dk1>
        <a:sysClr val="windowText" lastClr="000000"/>
      </a:dk1>
      <a:lt1>
        <a:sysClr val="window" lastClr="FFFFFF"/>
      </a:lt1>
      <a:dk2>
        <a:srgbClr val="696464"/>
      </a:dk2>
      <a:lt2>
        <a:srgbClr val="E9E5DC"/>
      </a:lt2>
      <a:accent1>
        <a:srgbClr val="D34817"/>
      </a:accent1>
      <a:accent2>
        <a:srgbClr val="9B2D1F"/>
      </a:accent2>
      <a:accent3>
        <a:srgbClr val="A28E6A"/>
      </a:accent3>
      <a:accent4>
        <a:srgbClr val="956251"/>
      </a:accent4>
      <a:accent5>
        <a:srgbClr val="918485"/>
      </a:accent5>
      <a:accent6>
        <a:srgbClr val="855D5D"/>
      </a:accent6>
      <a:hlink>
        <a:srgbClr val="CC9900"/>
      </a:hlink>
      <a:folHlink>
        <a:srgbClr val="96A9A9"/>
      </a:folHlink>
    </a:clrScheme>
    <a:fontScheme name="نوع الخشب">
      <a:majorFont>
        <a:latin typeface="Rockwell Condensed" panose="02060603050405020104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微軟正黑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Rockwell" panose="02060603020205020403"/>
        <a:ea typeface=""/>
        <a:cs typeface=""/>
        <a:font script="Grek" typeface="Cambria"/>
        <a:font script="Cyrl" typeface="Cambria"/>
        <a:font script="Jpan" typeface="HG明朝B"/>
        <a:font script="Hang" typeface="바탕"/>
        <a:font script="Hans" typeface="方正姚体"/>
        <a:font script="Hant" typeface="標楷體"/>
        <a:font script="Arab" typeface="Times New Roman"/>
        <a:font script="Hebr" typeface="David"/>
        <a:font script="Thai" typeface="JasmineUPC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نوع الخشب">
      <a:fillStyleLst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tint val="70000"/>
                <a:shade val="63000"/>
              </a:schemeClr>
              <a:schemeClr val="phClr">
                <a:tint val="10000"/>
                <a:satMod val="150000"/>
              </a:schemeClr>
            </a:duotone>
          </a:blip>
          <a:tile tx="0" ty="0" sx="60000" sy="59000" flip="none" algn="tl"/>
        </a:blipFill>
        <a:blipFill rotWithShape="1">
          <a:blip xmlns:r="http://schemas.openxmlformats.org/officeDocument/2006/relationships" r:embed="rId1">
            <a:duotone>
              <a:schemeClr val="phClr">
                <a:shade val="36000"/>
                <a:satMod val="120000"/>
              </a:schemeClr>
              <a:schemeClr val="phClr">
                <a:tint val="40000"/>
              </a:schemeClr>
            </a:duotone>
          </a:blip>
          <a:tile tx="0" ty="0" sx="60000" sy="59000" flip="none" algn="tl"/>
        </a:blip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softEdge rad="12700"/>
          </a:effectLst>
        </a:effectStyle>
        <a:effectStyle>
          <a:effectLst>
            <a:outerShdw blurRad="50800" dist="19050" dir="5400000" algn="tl" rotWithShape="0">
              <a:srgbClr val="000000">
                <a:alpha val="60000"/>
              </a:srgbClr>
            </a:outerShdw>
            <a:softEdge rad="12700"/>
          </a:effectLst>
        </a:effectStyle>
      </a:effectStyleLst>
      <a:bgFillStyleLst>
        <a:solidFill>
          <a:schemeClr val="phClr"/>
        </a:solidFill>
        <a:solidFill>
          <a:schemeClr val="phClr">
            <a:shade val="97000"/>
            <a:satMod val="150000"/>
          </a:schemeClr>
        </a:solidFill>
        <a:blipFill rotWithShape="1">
          <a:blip xmlns:r="http://schemas.openxmlformats.org/officeDocument/2006/relationships" r:embed="rId1">
            <a:duotone>
              <a:schemeClr val="phClr">
                <a:tint val="75000"/>
                <a:shade val="58000"/>
                <a:satMod val="120000"/>
              </a:schemeClr>
              <a:schemeClr val="phClr">
                <a:tint val="50000"/>
                <a:shade val="96000"/>
              </a:schemeClr>
            </a:duotone>
          </a:blip>
          <a:tile tx="0" ty="0" sx="100000" sy="10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ood Type" id="{7ACABC62-BF99-48CF-A9DC-4DB89C7B13DC}" vid="{142A1326-48AB-42A9-8428-CB14AA30176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TM03090434[[fn=نوع الخشب]]</Template>
  <TotalTime>25</TotalTime>
  <Words>179</Words>
  <Application>Microsoft Office PowerPoint</Application>
  <PresentationFormat>عرض على الشاشة (4:3)</PresentationFormat>
  <Paragraphs>38</Paragraphs>
  <Slides>9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5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9</vt:i4>
      </vt:variant>
    </vt:vector>
  </HeadingPairs>
  <TitlesOfParts>
    <vt:vector size="15" baseType="lpstr">
      <vt:lpstr>Calibri</vt:lpstr>
      <vt:lpstr>Rockwell</vt:lpstr>
      <vt:lpstr>Rockwell Condensed</vt:lpstr>
      <vt:lpstr>Rockwell Extra Bold</vt:lpstr>
      <vt:lpstr>Wingdings</vt:lpstr>
      <vt:lpstr>نوع الخشب</vt:lpstr>
      <vt:lpstr>Air Quality Monitoring System  Supervised by: Dr. Ramasamy  Kingdom of Saudi Arabia | King Faisal University College of Computer science &amp; Information Technology  </vt:lpstr>
      <vt:lpstr>Project Overview</vt:lpstr>
      <vt:lpstr>Problem Statement</vt:lpstr>
      <vt:lpstr>System Architecture</vt:lpstr>
      <vt:lpstr>Hardware Design</vt:lpstr>
      <vt:lpstr>Software Design</vt:lpstr>
      <vt:lpstr>Results &amp; Discussion</vt:lpstr>
      <vt:lpstr>Conclusion</vt:lpstr>
      <vt:lpstr>Any questions?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Mahdi ALhamdan</dc:creator>
  <cp:keywords/>
  <dc:description>generated using python-pptx</dc:description>
  <cp:lastModifiedBy>Mahdi ALhamdan</cp:lastModifiedBy>
  <cp:revision>2</cp:revision>
  <dcterms:created xsi:type="dcterms:W3CDTF">2013-01-27T09:14:16Z</dcterms:created>
  <dcterms:modified xsi:type="dcterms:W3CDTF">2026-05-02T10:07:52Z</dcterms:modified>
  <cp:category/>
</cp:coreProperties>
</file>